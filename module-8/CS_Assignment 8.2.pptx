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0" r:id="rId4"/>
  </p:sldMasterIdLst>
  <p:notesMasterIdLst>
    <p:notesMasterId r:id="rId14"/>
  </p:notesMasterIdLst>
  <p:handoutMasterIdLst>
    <p:handoutMasterId r:id="rId15"/>
  </p:handoutMasterIdLst>
  <p:sldIdLst>
    <p:sldId id="258" r:id="rId5"/>
    <p:sldId id="263" r:id="rId6"/>
    <p:sldId id="267" r:id="rId7"/>
    <p:sldId id="268" r:id="rId8"/>
    <p:sldId id="270" r:id="rId9"/>
    <p:sldId id="266" r:id="rId10"/>
    <p:sldId id="269" r:id="rId11"/>
    <p:sldId id="261"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1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9" autoAdjust="0"/>
    <p:restoredTop sz="94660" autoAdjust="0"/>
  </p:normalViewPr>
  <p:slideViewPr>
    <p:cSldViewPr showGuides="1">
      <p:cViewPr varScale="1">
        <p:scale>
          <a:sx n="84" d="100"/>
          <a:sy n="84" d="100"/>
        </p:scale>
        <p:origin x="658"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1892"/>
    </p:cViewPr>
  </p:sorterViewPr>
  <p:notesViewPr>
    <p:cSldViewPr>
      <p:cViewPr varScale="1">
        <p:scale>
          <a:sx n="90" d="100"/>
          <a:sy n="90" d="100"/>
        </p:scale>
        <p:origin x="2920"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7/19/2026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1366932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9486948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7505639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814657-813A-4D7B-A2F8-E573BA1645D3}" type="datetime1">
              <a:rPr lang="en-US" smtClean="0"/>
              <a:t>7/19/2026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2788596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814657-813A-4D7B-A2F8-E573BA1645D3}" type="datetime1">
              <a:rPr lang="en-US" smtClean="0"/>
              <a:t>7/19/2026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5252771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814657-813A-4D7B-A2F8-E573BA1645D3}" type="datetime1">
              <a:rPr lang="en-US" smtClean="0"/>
              <a:t>7/19/2026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88507372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B20C69-CB4E-44F7-A408-67C55627795C}" type="datetime1">
              <a:rPr lang="en-US" smtClean="0"/>
              <a:t>7/19/2026</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93509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814657-813A-4D7B-A2F8-E573BA1645D3}" type="datetime1">
              <a:rPr lang="en-US" smtClean="0"/>
              <a:t>7/19/2026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6654279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2A1522-8F1E-408E-ABA2-6F5B206582B8}" type="datetime1">
              <a:rPr lang="en-US" smtClean="0"/>
              <a:t>7/19/2026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732889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19A776-5AE6-4251-8560-C6066D0B46D6}" type="datetime1">
              <a:rPr lang="en-US" smtClean="0"/>
              <a:t>7/19/2026</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39988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967407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464695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05442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14657-813A-4D7B-A2F8-E573BA1645D3}" type="datetime1">
              <a:rPr lang="en-US" smtClean="0"/>
              <a:t>7/19/2026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44504466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14657-813A-4D7B-A2F8-E573BA1645D3}" type="datetime1">
              <a:rPr lang="en-US" smtClean="0"/>
              <a:t>7/19/2026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71653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14657-813A-4D7B-A2F8-E573BA1645D3}" type="datetime1">
              <a:rPr lang="en-US" smtClean="0"/>
              <a:t>7/19/2026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9260782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53306237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14657-813A-4D7B-A2F8-E573BA1645D3}" type="datetime1">
              <a:rPr lang="en-US" smtClean="0"/>
              <a:t>7/19/2026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8644803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685800"/>
            <a:ext cx="10055354" cy="4007406"/>
          </a:xfrm>
        </p:spPr>
        <p:txBody>
          <a:bodyPr vert="horz" lIns="91440" tIns="45720" rIns="91440" bIns="45720" rtlCol="0" anchor="t">
            <a:noAutofit/>
          </a:bodyPr>
          <a:lstStyle>
            <a:lvl1pPr>
              <a:defRPr lang="en-US" sz="9000" dirty="0">
                <a:solidFill>
                  <a:schemeClr val="bg2"/>
                </a:solidFill>
              </a:defRPr>
            </a:lvl1pPr>
          </a:lstStyle>
          <a:p>
            <a:pPr lvl="0"/>
            <a:r>
              <a:rPr lang="en-US"/>
              <a:t>Click to edit Master title style</a:t>
            </a:r>
            <a:endParaRPr lang="en-US" dirty="0"/>
          </a:p>
        </p:txBody>
      </p:sp>
      <p:sp>
        <p:nvSpPr>
          <p:cNvPr id="14" name="Subtitle 2">
            <a:extLst>
              <a:ext uri="{FF2B5EF4-FFF2-40B4-BE49-F238E27FC236}">
                <a16:creationId xmlns:a16="http://schemas.microsoft.com/office/drawing/2014/main" id="{29A3647E-D38D-4EA6-ADC1-75AA53F8988F}"/>
              </a:ext>
            </a:extLst>
          </p:cNvPr>
          <p:cNvSpPr>
            <a:spLocks noGrp="1"/>
          </p:cNvSpPr>
          <p:nvPr>
            <p:ph type="subTitle" idx="1"/>
          </p:nvPr>
        </p:nvSpPr>
        <p:spPr>
          <a:xfrm>
            <a:off x="609598" y="5427002"/>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1"/>
                </a:solidFill>
              </a:defRPr>
            </a:lvl1pPr>
          </a:lstStyle>
          <a:p>
            <a:fld id="{E5F44E88-89D9-49CC-9E37-1AF77A031198}"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7" name="Freeform: Shape 6">
            <a:extLst>
              <a:ext uri="{FF2B5EF4-FFF2-40B4-BE49-F238E27FC236}">
                <a16:creationId xmlns:a16="http://schemas.microsoft.com/office/drawing/2014/main" id="{50459DEE-913E-5261-4E77-AF3657E3AE0B}"/>
              </a:ext>
            </a:extLst>
          </p:cNvPr>
          <p:cNvSpPr/>
          <p:nvPr/>
        </p:nvSpPr>
        <p:spPr>
          <a:xfrm>
            <a:off x="11250895" y="4648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52F9BC4F-9D44-3587-056B-336E1457A6E2}"/>
              </a:ext>
            </a:extLst>
          </p:cNvPr>
          <p:cNvSpPr/>
          <p:nvPr/>
        </p:nvSpPr>
        <p:spPr>
          <a:xfrm>
            <a:off x="685800" y="4998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09D5EC-E7EA-22BC-7C88-C33F509CB5CF}"/>
              </a:ext>
            </a:extLst>
          </p:cNvPr>
          <p:cNvSpPr/>
          <p:nvPr/>
        </p:nvSpPr>
        <p:spPr>
          <a:xfrm>
            <a:off x="10998565" y="4730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98E9758-F942-96A0-231D-A25933E4CA82}"/>
              </a:ext>
            </a:extLst>
          </p:cNvPr>
          <p:cNvSpPr/>
          <p:nvPr/>
        </p:nvSpPr>
        <p:spPr>
          <a:xfrm>
            <a:off x="10976145" y="4730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1794312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0"/>
            <a:ext cx="10972800" cy="1828800"/>
          </a:xfrm>
        </p:spPr>
        <p:txBody>
          <a:bodyPr anchor="b">
            <a:noAutofit/>
          </a:bodyPr>
          <a:lstStyle>
            <a:lvl1pPr>
              <a:defRPr sz="9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10972800" cy="2743198"/>
          </a:xfrm>
        </p:spPr>
        <p:txBody>
          <a:bodyPr>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a:extLst>
              <a:ext uri="{FF2B5EF4-FFF2-40B4-BE49-F238E27FC236}">
                <a16:creationId xmlns:a16="http://schemas.microsoft.com/office/drawing/2014/main" id="{A07EC6D5-3C89-D412-4A74-4DD843571D29}"/>
              </a:ext>
            </a:extLst>
          </p:cNvPr>
          <p:cNvCxnSpPr/>
          <p:nvPr userDrawn="1"/>
        </p:nvCxnSpPr>
        <p:spPr>
          <a:xfrm>
            <a:off x="621792" y="2895600"/>
            <a:ext cx="109636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195FFA61-E651-4E50-A159-710A5ED7E6FE}"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631331421"/>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with Picture">
    <p:bg>
      <p:bgPr>
        <a:solidFill>
          <a:schemeClr val="tx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C6C0090-085A-1FB3-B3B7-D8DA73A125FE}"/>
              </a:ext>
            </a:extLst>
          </p:cNvPr>
          <p:cNvSpPr>
            <a:spLocks noGrp="1"/>
          </p:cNvSpPr>
          <p:nvPr>
            <p:ph type="ctrTitle"/>
          </p:nvPr>
        </p:nvSpPr>
        <p:spPr>
          <a:xfrm>
            <a:off x="614172" y="4419600"/>
            <a:ext cx="10963657" cy="1352245"/>
          </a:xfrm>
        </p:spPr>
        <p:txBody>
          <a:bodyPr vert="horz" lIns="91440" tIns="45720" rIns="91440" bIns="45720" rtlCol="0" anchor="b">
            <a:noAutofit/>
          </a:bodyPr>
          <a:lstStyle>
            <a:lvl1pPr>
              <a:defRPr lang="en-US" sz="7000" dirty="0">
                <a:solidFill>
                  <a:schemeClr val="bg2"/>
                </a:solidFill>
              </a:defRPr>
            </a:lvl1pPr>
          </a:lstStyle>
          <a:p>
            <a:pPr lvl="0"/>
            <a:r>
              <a:rPr lang="en-US"/>
              <a:t>Click to edit Master title style</a:t>
            </a:r>
            <a:endParaRPr lang="en-US" dirty="0"/>
          </a:p>
        </p:txBody>
      </p:sp>
      <p:sp>
        <p:nvSpPr>
          <p:cNvPr id="10" name="Subtitle 2">
            <a:extLst>
              <a:ext uri="{FF2B5EF4-FFF2-40B4-BE49-F238E27FC236}">
                <a16:creationId xmlns:a16="http://schemas.microsoft.com/office/drawing/2014/main" id="{76834447-947D-F9FA-98D1-8BF0FC477ABA}"/>
              </a:ext>
            </a:extLst>
          </p:cNvPr>
          <p:cNvSpPr>
            <a:spLocks noGrp="1"/>
          </p:cNvSpPr>
          <p:nvPr>
            <p:ph type="subTitle" idx="1"/>
          </p:nvPr>
        </p:nvSpPr>
        <p:spPr>
          <a:xfrm>
            <a:off x="614172" y="5943600"/>
            <a:ext cx="10963657" cy="609600"/>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5" name="Picture Placeholder 14">
            <a:extLst>
              <a:ext uri="{FF2B5EF4-FFF2-40B4-BE49-F238E27FC236}">
                <a16:creationId xmlns:a16="http://schemas.microsoft.com/office/drawing/2014/main" id="{2573ACD2-30C7-6922-D14F-66F23CBA3774}"/>
              </a:ext>
            </a:extLst>
          </p:cNvPr>
          <p:cNvSpPr>
            <a:spLocks noGrp="1"/>
          </p:cNvSpPr>
          <p:nvPr>
            <p:ph type="pic" sz="quarter" idx="17"/>
          </p:nvPr>
        </p:nvSpPr>
        <p:spPr>
          <a:xfrm>
            <a:off x="0" y="0"/>
            <a:ext cx="12192000" cy="4114800"/>
          </a:xfrm>
          <a:blipFill>
            <a:blip r:embed="rId2">
              <a:alphaModFix amt="60000"/>
            </a:blip>
            <a:stretch>
              <a:fillRect/>
            </a:stretch>
          </a:blipFill>
        </p:spPr>
        <p:txBody>
          <a:bodyPr/>
          <a:lstStyle/>
          <a:p>
            <a:r>
              <a:rPr lang="en-US"/>
              <a:t>Click icon to add picture</a:t>
            </a:r>
            <a:endParaRPr lang="en-US" dirty="0"/>
          </a:p>
        </p:txBody>
      </p:sp>
    </p:spTree>
    <p:extLst>
      <p:ext uri="{BB962C8B-B14F-4D97-AF65-F5344CB8AC3E}">
        <p14:creationId xmlns:p14="http://schemas.microsoft.com/office/powerpoint/2010/main" val="23093852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Pictur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A813B312-A2CE-16E4-D28B-8DDFF5527304}"/>
              </a:ext>
            </a:extLst>
          </p:cNvPr>
          <p:cNvSpPr>
            <a:spLocks noGrp="1"/>
          </p:cNvSpPr>
          <p:nvPr>
            <p:ph type="ctrTitle"/>
          </p:nvPr>
        </p:nvSpPr>
        <p:spPr>
          <a:xfrm>
            <a:off x="4476746"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16" name="Subtitle 2">
            <a:extLst>
              <a:ext uri="{FF2B5EF4-FFF2-40B4-BE49-F238E27FC236}">
                <a16:creationId xmlns:a16="http://schemas.microsoft.com/office/drawing/2014/main" id="{4846D76D-B1D3-9330-420A-6ED740BDB970}"/>
              </a:ext>
            </a:extLst>
          </p:cNvPr>
          <p:cNvSpPr>
            <a:spLocks noGrp="1"/>
          </p:cNvSpPr>
          <p:nvPr>
            <p:ph type="subTitle" idx="1"/>
          </p:nvPr>
        </p:nvSpPr>
        <p:spPr>
          <a:xfrm>
            <a:off x="44767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4" name="Picture Placeholder 25">
            <a:extLst>
              <a:ext uri="{FF2B5EF4-FFF2-40B4-BE49-F238E27FC236}">
                <a16:creationId xmlns:a16="http://schemas.microsoft.com/office/drawing/2014/main" id="{982E949F-6B9B-8268-EB83-127C78D43502}"/>
              </a:ext>
            </a:extLst>
          </p:cNvPr>
          <p:cNvSpPr>
            <a:spLocks noGrp="1"/>
          </p:cNvSpPr>
          <p:nvPr>
            <p:ph type="pic" sz="quarter" idx="17"/>
          </p:nvPr>
        </p:nvSpPr>
        <p:spPr>
          <a:xfrm>
            <a:off x="0" y="0"/>
            <a:ext cx="3889251"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476746" y="6343955"/>
            <a:ext cx="2100482" cy="365125"/>
          </a:xfrm>
        </p:spPr>
        <p:txBody>
          <a:bodyPr>
            <a:noAutofit/>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35138" y="6343955"/>
            <a:ext cx="1458908" cy="365125"/>
          </a:xfrm>
        </p:spPr>
        <p:txBody>
          <a:bodyPr>
            <a:noAutofit/>
          </a:bodyPr>
          <a:lstStyle>
            <a:lvl1pPr>
              <a:defRPr>
                <a:solidFill>
                  <a:schemeClr val="bg1"/>
                </a:solidFill>
                <a:effectLst/>
              </a:defRPr>
            </a:lvl1pPr>
          </a:lstStyle>
          <a:p>
            <a:fld id="{83DFFD80-41C6-4EAA-B049-EE90EA550127}"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8" name="Straight Connector 17">
            <a:extLst>
              <a:ext uri="{FF2B5EF4-FFF2-40B4-BE49-F238E27FC236}">
                <a16:creationId xmlns:a16="http://schemas.microsoft.com/office/drawing/2014/main" id="{DD53745E-5DC2-F332-24A5-4F8F509E820B}"/>
              </a:ext>
            </a:extLst>
          </p:cNvPr>
          <p:cNvCxnSpPr/>
          <p:nvPr userDrawn="1"/>
        </p:nvCxnSpPr>
        <p:spPr>
          <a:xfrm>
            <a:off x="4479797"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37020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with Picture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04076" y="685801"/>
            <a:ext cx="4872227" cy="27432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02552" y="5277548"/>
            <a:ext cx="4873752" cy="894639"/>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18" name="Picture Placeholder 17">
            <a:extLst>
              <a:ext uri="{FF2B5EF4-FFF2-40B4-BE49-F238E27FC236}">
                <a16:creationId xmlns:a16="http://schemas.microsoft.com/office/drawing/2014/main" id="{74A0A082-71CB-3C57-3B74-102869C0CAC7}"/>
              </a:ext>
            </a:extLst>
          </p:cNvPr>
          <p:cNvSpPr>
            <a:spLocks noGrp="1"/>
          </p:cNvSpPr>
          <p:nvPr>
            <p:ph type="pic" sz="quarter" idx="13"/>
          </p:nvPr>
        </p:nvSpPr>
        <p:spPr>
          <a:xfrm>
            <a:off x="0" y="0"/>
            <a:ext cx="6096000" cy="6858000"/>
          </a:xfrm>
          <a:blipFill>
            <a:blip r:embed="rId2">
              <a:alphaModFix amt="60000"/>
            </a:blip>
            <a:stretch>
              <a:fillRect/>
            </a:stretch>
          </a:blipFill>
        </p:spPr>
        <p:txBody>
          <a:bodyPr/>
          <a:lstStyle/>
          <a:p>
            <a:r>
              <a:rPr lang="en-US"/>
              <a:t>Click icon to add picture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702552" y="6343955"/>
            <a:ext cx="2100482" cy="365125"/>
          </a:xfrm>
        </p:spPr>
        <p:txBody>
          <a:bodyPr>
            <a:noAutofit/>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noAutofit/>
          </a:bodyPr>
          <a:lstStyle>
            <a:lvl1pPr>
              <a:defRPr>
                <a:solidFill>
                  <a:schemeClr val="bg1"/>
                </a:solidFill>
                <a:effectLst/>
              </a:defRPr>
            </a:lvl1pPr>
          </a:lstStyle>
          <a:p>
            <a:fld id="{44210B3C-79E3-495A-B2C3-EF766F409D04}" type="datetime1">
              <a:rPr lang="en-US" smtClean="0"/>
              <a:t>7/19/2026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cxnSp>
        <p:nvCxnSpPr>
          <p:cNvPr id="10" name="Straight Connector 9">
            <a:extLst>
              <a:ext uri="{FF2B5EF4-FFF2-40B4-BE49-F238E27FC236}">
                <a16:creationId xmlns:a16="http://schemas.microsoft.com/office/drawing/2014/main" id="{0D373E34-3B51-EAD4-B8AB-256ACA4B8D8C}"/>
              </a:ext>
            </a:extLst>
          </p:cNvPr>
          <p:cNvCxnSpPr>
            <a:cxnSpLocks/>
          </p:cNvCxnSpPr>
          <p:nvPr userDrawn="1"/>
        </p:nvCxnSpPr>
        <p:spPr>
          <a:xfrm>
            <a:off x="6704076" y="4876800"/>
            <a:ext cx="487375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486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with Picture 4">
    <p:bg>
      <p:bgPr>
        <a:solidFill>
          <a:schemeClr val="tx2"/>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52BC951B-4746-1854-C399-682CFE142A50}"/>
              </a:ext>
            </a:extLst>
          </p:cNvPr>
          <p:cNvCxnSpPr/>
          <p:nvPr userDrawn="1"/>
        </p:nvCxnSpPr>
        <p:spPr>
          <a:xfrm>
            <a:off x="612646" y="4876800"/>
            <a:ext cx="70774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685799"/>
            <a:ext cx="7080507" cy="3200400"/>
          </a:xfrm>
        </p:spPr>
        <p:txBody>
          <a:bodyPr vert="horz" lIns="91440" tIns="45720" rIns="91440" bIns="45720" rtlCol="0" anchor="t">
            <a:noAutofit/>
          </a:bodyPr>
          <a:lstStyle>
            <a:lvl1pPr>
              <a:defRPr lang="en-US" sz="7000" dirty="0">
                <a:solidFill>
                  <a:schemeClr val="bg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277549"/>
            <a:ext cx="7080507" cy="894646"/>
          </a:xfrm>
        </p:spPr>
        <p:txBody>
          <a:bodyPr vert="horz" lIns="91440" tIns="45720" rIns="91440" bIns="45720" rtlCol="0" anchor="t">
            <a:noAutofit/>
          </a:bodyPr>
          <a:lstStyle>
            <a:lvl1pPr marL="0" indent="0">
              <a:buNone/>
              <a:defRPr lang="en-US" sz="1800" dirty="0">
                <a:solidFill>
                  <a:schemeClr val="bg2"/>
                </a:solidFill>
              </a:defRPr>
            </a:lvl1pPr>
          </a:lstStyle>
          <a:p>
            <a:pPr lvl="0"/>
            <a:r>
              <a:rPr lang="en-US"/>
              <a:t>Click to edit Master subtitle style</a:t>
            </a:r>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12646" y="6338703"/>
            <a:ext cx="2070484" cy="365125"/>
          </a:xfrm>
        </p:spPr>
        <p:txBody>
          <a:bodyPr>
            <a:noAutofit/>
          </a:bodyPr>
          <a:lstStyle>
            <a:lvl1pPr>
              <a:defRPr>
                <a:solidFill>
                  <a:schemeClr val="bg1"/>
                </a:solidFill>
              </a:defRPr>
            </a:lvl1pPr>
          </a:lstStyle>
          <a:p>
            <a:r>
              <a:rPr lang="en-US" dirty="0"/>
              <a:t>Sample Footer Text</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5887367" y="6338703"/>
            <a:ext cx="1392578" cy="365125"/>
          </a:xfrm>
        </p:spPr>
        <p:txBody>
          <a:bodyPr>
            <a:noAutofit/>
          </a:bodyPr>
          <a:lstStyle>
            <a:lvl1pPr>
              <a:defRPr>
                <a:solidFill>
                  <a:schemeClr val="bg1"/>
                </a:solidFill>
              </a:defRPr>
            </a:lvl1pPr>
          </a:lstStyle>
          <a:p>
            <a:fld id="{D6235515-DA3D-4D9A-9B02-44E2CBD9110F}" type="datetime1">
              <a:rPr lang="en-US" smtClean="0"/>
              <a:t>7/19/2026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7279945" y="6342301"/>
            <a:ext cx="429207" cy="365125"/>
          </a:xfrm>
        </p:spPr>
        <p:txBody>
          <a:bodyPr>
            <a:noAutofit/>
          </a:bodyPr>
          <a:lstStyle>
            <a:lvl1pPr>
              <a:defRPr>
                <a:solidFill>
                  <a:schemeClr val="bg1"/>
                </a:solidFill>
              </a:defRPr>
            </a:lvl1pPr>
          </a:lstStyle>
          <a:p>
            <a:fld id="{AEAA3239-9EA4-4A65-A281-97F994456D9F}" type="slidenum">
              <a:rPr lang="en-US" smtClean="0"/>
              <a:pPr/>
              <a:t>‹#›</a:t>
            </a:fld>
            <a:endParaRPr lang="en-US" dirty="0"/>
          </a:p>
        </p:txBody>
      </p:sp>
      <p:sp>
        <p:nvSpPr>
          <p:cNvPr id="26" name="Picture Placeholder 25">
            <a:extLst>
              <a:ext uri="{FF2B5EF4-FFF2-40B4-BE49-F238E27FC236}">
                <a16:creationId xmlns:a16="http://schemas.microsoft.com/office/drawing/2014/main" id="{E193964F-665E-F49A-D553-C01524CDE0CA}"/>
              </a:ext>
            </a:extLst>
          </p:cNvPr>
          <p:cNvSpPr>
            <a:spLocks noGrp="1"/>
          </p:cNvSpPr>
          <p:nvPr>
            <p:ph type="pic" sz="quarter" idx="17"/>
          </p:nvPr>
        </p:nvSpPr>
        <p:spPr>
          <a:xfrm>
            <a:off x="8302749" y="0"/>
            <a:ext cx="3889251"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296361303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384F42E-A74C-773B-7B96-F942975CEC14}"/>
              </a:ext>
            </a:extLst>
          </p:cNvPr>
          <p:cNvSpPr/>
          <p:nvPr/>
        </p:nvSpPr>
        <p:spPr>
          <a:xfrm>
            <a:off x="11250895" y="5144929"/>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9441727F-19A3-14E1-5EAC-C550CEB6A0D1}"/>
              </a:ext>
            </a:extLst>
          </p:cNvPr>
          <p:cNvSpPr/>
          <p:nvPr/>
        </p:nvSpPr>
        <p:spPr>
          <a:xfrm>
            <a:off x="685800" y="5495424"/>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38F4BC9-7EC1-BB35-827A-12F5DE411031}"/>
              </a:ext>
            </a:extLst>
          </p:cNvPr>
          <p:cNvSpPr/>
          <p:nvPr/>
        </p:nvSpPr>
        <p:spPr>
          <a:xfrm>
            <a:off x="10998565" y="5227361"/>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C4B01422-D65E-4B59-B62B-467B2E896592}"/>
              </a:ext>
            </a:extLst>
          </p:cNvPr>
          <p:cNvSpPr/>
          <p:nvPr/>
        </p:nvSpPr>
        <p:spPr>
          <a:xfrm>
            <a:off x="10976145" y="5227366"/>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1600200"/>
            <a:ext cx="10483927" cy="3492875"/>
          </a:xfrm>
        </p:spPr>
        <p:txBody>
          <a:bodyPr vert="horz" lIns="91440" tIns="45720" rIns="91440" bIns="45720" rtlCol="0" anchor="b">
            <a:noAutofit/>
          </a:bodyPr>
          <a:lstStyle>
            <a:lvl1pPr>
              <a:defRPr lang="en-US" sz="9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31314"/>
            <a:ext cx="10483927" cy="816864"/>
          </a:xfrm>
        </p:spPr>
        <p:txBody>
          <a:bodyPr vert="horz" lIns="91440" tIns="45720" rIns="91440" bIns="45720" rtlCol="0">
            <a:no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234111"/>
            <a:ext cx="2805405" cy="365125"/>
          </a:xfrm>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234111"/>
            <a:ext cx="2875064" cy="365125"/>
          </a:xfrm>
        </p:spPr>
        <p:txBody>
          <a:bodyPr>
            <a:noAutofit/>
          </a:bodyPr>
          <a:lstStyle/>
          <a:p>
            <a:fld id="{852BD0B2-E7A7-4B81-8BAF-4B92BD6A4310}"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234111"/>
            <a:ext cx="429207" cy="365125"/>
          </a:xfrm>
        </p:spPr>
        <p:txBody>
          <a:bodyPr>
            <a:noAutofit/>
          </a:bodyPr>
          <a:lstStyle/>
          <a:p>
            <a:fld id="{AEAA3239-9EA4-4A65-A281-97F994456D9F}" type="slidenum">
              <a:rPr lang="en-US" smtClean="0"/>
              <a:t>‹#›</a:t>
            </a:fld>
            <a:endParaRPr lang="en-US"/>
          </a:p>
        </p:txBody>
      </p:sp>
      <p:pic>
        <p:nvPicPr>
          <p:cNvPr id="13" name="Line">
            <a:extLst>
              <a:ext uri="{FF2B5EF4-FFF2-40B4-BE49-F238E27FC236}">
                <a16:creationId xmlns:a16="http://schemas.microsoft.com/office/drawing/2014/main" id="{92FB147E-E273-E8B6-AD8E-67F305FC22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971802" y="4038600"/>
            <a:ext cx="10923934" cy="745198"/>
          </a:xfrm>
          <a:prstGeom prst="rect">
            <a:avLst/>
          </a:prstGeom>
        </p:spPr>
      </p:pic>
    </p:spTree>
    <p:extLst>
      <p:ext uri="{BB962C8B-B14F-4D97-AF65-F5344CB8AC3E}">
        <p14:creationId xmlns:p14="http://schemas.microsoft.com/office/powerpoint/2010/main" val="6989312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8BBA50F-B667-1177-26B1-7D22AB66A6BE}"/>
              </a:ext>
            </a:extLst>
          </p:cNvPr>
          <p:cNvSpPr/>
          <p:nvPr/>
        </p:nvSpPr>
        <p:spPr>
          <a:xfrm>
            <a:off x="11250895" y="464515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BCABC7F5-2293-EB7F-52E5-80715C8DB858}"/>
              </a:ext>
            </a:extLst>
          </p:cNvPr>
          <p:cNvSpPr/>
          <p:nvPr/>
        </p:nvSpPr>
        <p:spPr>
          <a:xfrm>
            <a:off x="685800" y="499564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56A8C943-7CF3-88D6-95B0-95E7B412DE0F}"/>
              </a:ext>
            </a:extLst>
          </p:cNvPr>
          <p:cNvSpPr/>
          <p:nvPr/>
        </p:nvSpPr>
        <p:spPr>
          <a:xfrm>
            <a:off x="10998565" y="472758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AFB0A8E7-2867-2D3A-F6B7-15ED02236CE8}"/>
              </a:ext>
            </a:extLst>
          </p:cNvPr>
          <p:cNvSpPr/>
          <p:nvPr/>
        </p:nvSpPr>
        <p:spPr>
          <a:xfrm>
            <a:off x="10976145" y="472758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598" y="5431536"/>
            <a:ext cx="9144001" cy="745198"/>
          </a:xfrm>
        </p:spPr>
        <p:txBody>
          <a:bodyPr vert="horz" lIns="91440" tIns="45720" rIns="91440" bIns="45720" rtlCol="0" anchor="t">
            <a:noAutofit/>
          </a:bodyPr>
          <a:lstStyle>
            <a:lvl1pPr>
              <a:defRPr lang="en-US" dirty="0">
                <a:solidFill>
                  <a:schemeClr val="bg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noAutofit/>
          </a:bodyPr>
          <a:lstStyle>
            <a:lvl1pPr>
              <a:defRPr>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noAutofit/>
          </a:bodyPr>
          <a:lstStyle>
            <a:lvl1pPr>
              <a:defRPr>
                <a:solidFill>
                  <a:schemeClr val="bg2"/>
                </a:solidFill>
              </a:defRPr>
            </a:lvl1pPr>
          </a:lstStyle>
          <a:p>
            <a:fld id="{A0E657DB-59AB-47CC-B4C7-A245A3C76BB1}" type="datetime1">
              <a:rPr lang="en-US" smtClean="0"/>
              <a:t>7/19/2026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noAutofit/>
          </a:bodyPr>
          <a:lstStyle>
            <a:lvl1pPr>
              <a:defRPr>
                <a:solidFill>
                  <a:schemeClr val="bg2"/>
                </a:solidFill>
              </a:defRPr>
            </a:lvl1pPr>
          </a:lstStyle>
          <a:p>
            <a:fld id="{AEAA3239-9EA4-4A65-A281-97F994456D9F}" type="slidenum">
              <a:rPr lang="en-US" smtClean="0"/>
              <a:pPr/>
              <a:t>‹#›</a:t>
            </a:fld>
            <a:endParaRPr lang="en-US"/>
          </a:p>
        </p:txBody>
      </p:sp>
      <p:sp>
        <p:nvSpPr>
          <p:cNvPr id="7" name="Title 6">
            <a:extLst>
              <a:ext uri="{FF2B5EF4-FFF2-40B4-BE49-F238E27FC236}">
                <a16:creationId xmlns:a16="http://schemas.microsoft.com/office/drawing/2014/main" id="{B53A7BE5-EAB2-BB8C-D7FC-D78B8A5AFACF}"/>
              </a:ext>
            </a:extLst>
          </p:cNvPr>
          <p:cNvSpPr>
            <a:spLocks noGrp="1"/>
          </p:cNvSpPr>
          <p:nvPr>
            <p:ph type="title"/>
          </p:nvPr>
        </p:nvSpPr>
        <p:spPr>
          <a:xfrm>
            <a:off x="612648" y="685798"/>
            <a:ext cx="10058400" cy="3355848"/>
          </a:xfrm>
        </p:spPr>
        <p:txBody>
          <a:bodyPr vert="horz" lIns="91440" tIns="45720" rIns="91440" bIns="45720" rtlCol="0" anchor="t">
            <a:noAutofit/>
          </a:bodyPr>
          <a:lstStyle>
            <a:lvl1pPr>
              <a:defRPr lang="en-US" sz="9000">
                <a:solidFill>
                  <a:schemeClr val="bg2"/>
                </a:solidFill>
              </a:defRPr>
            </a:lvl1pPr>
          </a:lstStyle>
          <a:p>
            <a:pPr lvl="0"/>
            <a:r>
              <a:rPr lang="en-US"/>
              <a:t>Click to edit Master title style</a:t>
            </a:r>
            <a:endParaRPr lang="en-US" dirty="0"/>
          </a:p>
        </p:txBody>
      </p:sp>
    </p:spTree>
    <p:extLst>
      <p:ext uri="{BB962C8B-B14F-4D97-AF65-F5344CB8AC3E}">
        <p14:creationId xmlns:p14="http://schemas.microsoft.com/office/powerpoint/2010/main" val="24893934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DFADE904-3C65-5E48-6B12-22998C2ADF5E}"/>
              </a:ext>
            </a:extLst>
          </p:cNvPr>
          <p:cNvSpPr/>
          <p:nvPr/>
        </p:nvSpPr>
        <p:spPr>
          <a:xfrm>
            <a:off x="11250895" y="217232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16963C8-87F3-6B42-F30F-1915935FA752}"/>
              </a:ext>
            </a:extLst>
          </p:cNvPr>
          <p:cNvSpPr/>
          <p:nvPr/>
        </p:nvSpPr>
        <p:spPr>
          <a:xfrm>
            <a:off x="685800" y="252281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F0C119A-1D9E-D43F-8A7E-D24C1B551326}"/>
              </a:ext>
            </a:extLst>
          </p:cNvPr>
          <p:cNvSpPr/>
          <p:nvPr/>
        </p:nvSpPr>
        <p:spPr>
          <a:xfrm>
            <a:off x="10998565" y="225475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12018CE4-7594-0746-8B7E-8DEC95CB8822}"/>
              </a:ext>
            </a:extLst>
          </p:cNvPr>
          <p:cNvSpPr/>
          <p:nvPr/>
        </p:nvSpPr>
        <p:spPr>
          <a:xfrm>
            <a:off x="10976145" y="225475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12185" y="685800"/>
            <a:ext cx="9141415" cy="1532788"/>
          </a:xfrm>
        </p:spPr>
        <p:txBody>
          <a:bodyPr anchor="b">
            <a:no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185" y="2958705"/>
            <a:ext cx="9141415" cy="3213494"/>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marL="914400" indent="0">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noAutofit/>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noAutofit/>
          </a:bodyPr>
          <a:lstStyle/>
          <a:p>
            <a:fld id="{96A40708-E793-490B-9201-425C8D1F325C}" type="datetime1">
              <a:rPr lang="en-US" smtClean="0"/>
              <a:t>7/19/2026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84324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5999" y="685800"/>
            <a:ext cx="5480304" cy="1818050"/>
          </a:xfrm>
        </p:spPr>
        <p:txBody>
          <a:bodyPr anchor="t">
            <a:noAutofit/>
          </a:bodyPr>
          <a:lstStyle>
            <a:lvl1pPr>
              <a:defRPr sz="9000"/>
            </a:lvl1pPr>
          </a:lstStyle>
          <a:p>
            <a:r>
              <a:rPr lang="en-US" dirty="0"/>
              <a:t>Agenda</a:t>
            </a:r>
          </a:p>
        </p:txBody>
      </p:sp>
      <p:sp>
        <p:nvSpPr>
          <p:cNvPr id="11" name="Picture Placeholder 10">
            <a:extLst>
              <a:ext uri="{FF2B5EF4-FFF2-40B4-BE49-F238E27FC236}">
                <a16:creationId xmlns:a16="http://schemas.microsoft.com/office/drawing/2014/main" id="{FAF861DB-D5EF-3FC9-7595-570C8498D757}"/>
              </a:ext>
            </a:extLst>
          </p:cNvPr>
          <p:cNvSpPr>
            <a:spLocks noGrp="1"/>
          </p:cNvSpPr>
          <p:nvPr>
            <p:ph type="pic" sz="quarter" idx="14"/>
          </p:nvPr>
        </p:nvSpPr>
        <p:spPr>
          <a:xfrm>
            <a:off x="0" y="0"/>
            <a:ext cx="5477256" cy="6858000"/>
          </a:xfrm>
          <a:blipFill>
            <a:blip r:embed="rId2">
              <a:alphaModFix amt="60000"/>
            </a:blip>
            <a:stretch>
              <a:fillRect/>
            </a:stretch>
          </a:blipFill>
        </p:spPr>
        <p:txBody>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3189770"/>
            <a:ext cx="5480304" cy="2982429"/>
          </a:xfrm>
        </p:spPr>
        <p:txBody>
          <a:bodyPr anchor="t">
            <a:noAutofit/>
          </a:bodyPr>
          <a:lstStyle>
            <a:lvl1pPr marL="0" indent="0">
              <a:lnSpc>
                <a:spcPct val="150000"/>
              </a:lnSpc>
              <a:buFont typeface="+mj-lt"/>
              <a:buNone/>
              <a:defRPr sz="1800"/>
            </a:lvl1pPr>
            <a:lvl2pPr marL="228600" indent="0">
              <a:lnSpc>
                <a:spcPct val="150000"/>
              </a:lnSpc>
              <a:buFont typeface="+mj-lt"/>
              <a:buNone/>
              <a:defRPr sz="1800"/>
            </a:lvl2pPr>
            <a:lvl3pPr marL="457200" indent="0">
              <a:lnSpc>
                <a:spcPct val="150000"/>
              </a:lnSpc>
              <a:buFont typeface="+mj-lt"/>
              <a:buNone/>
              <a:defRPr sz="1800"/>
            </a:lvl3pPr>
            <a:lvl4pPr marL="685800" indent="0">
              <a:lnSpc>
                <a:spcPct val="150000"/>
              </a:lnSpc>
              <a:buFont typeface="+mj-lt"/>
              <a:buNone/>
              <a:defRPr sz="1800"/>
            </a:lvl4pPr>
            <a:lvl5pPr>
              <a:lnSpc>
                <a:spcPct val="150000"/>
              </a:lnSpc>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79C1A172-F829-D2DE-BDB2-B86E6ACE1886}"/>
              </a:ext>
            </a:extLst>
          </p:cNvPr>
          <p:cNvCxnSpPr>
            <a:cxnSpLocks/>
          </p:cNvCxnSpPr>
          <p:nvPr userDrawn="1"/>
        </p:nvCxnSpPr>
        <p:spPr>
          <a:xfrm>
            <a:off x="6095999" y="2743200"/>
            <a:ext cx="5477256"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096000" y="6343955"/>
            <a:ext cx="2985400"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noAutofit/>
          </a:bodyPr>
          <a:lstStyle/>
          <a:p>
            <a:fld id="{C1968991-530B-4F8D-80FE-2192BD2DD5A5}" type="datetime1">
              <a:rPr lang="en-US" smtClean="0"/>
              <a:t>7/19/2026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870176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824824"/>
            <a:ext cx="6397753" cy="1527976"/>
          </a:xfrm>
        </p:spPr>
        <p:txBody>
          <a:bodyPr vert="horz" lIns="91440" tIns="45720" rIns="91440" bIns="45720" rtlCol="0" anchor="b">
            <a:no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12647" y="3505200"/>
            <a:ext cx="4568953" cy="1645198"/>
          </a:xfrm>
        </p:spPr>
        <p:txBody>
          <a:bodyPr vert="horz" lIns="91440" tIns="45720" rIns="91440" bIns="45720" rtlCol="0">
            <a:noAutofit/>
          </a:bodyPr>
          <a:lstStyle>
            <a:lvl1pPr>
              <a:defRPr lang="en-US" sz="1400" dirty="0"/>
            </a:lvl1pPr>
            <a:lvl2pPr>
              <a:defRPr lang="en-US" sz="1400"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C23477E6-5CE8-4544-92C7-AEB7D166FD7D}"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9" name="Freeform: Shape 8">
            <a:extLst>
              <a:ext uri="{FF2B5EF4-FFF2-40B4-BE49-F238E27FC236}">
                <a16:creationId xmlns:a16="http://schemas.microsoft.com/office/drawing/2014/main" id="{889251BE-373D-9B13-B9E2-73DFEBE40118}"/>
              </a:ext>
            </a:extLst>
          </p:cNvPr>
          <p:cNvSpPr/>
          <p:nvPr/>
        </p:nvSpPr>
        <p:spPr>
          <a:xfrm>
            <a:off x="11250895" y="57912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698E032-CDEE-AA9B-44A7-CE5EBB6948C0}"/>
              </a:ext>
            </a:extLst>
          </p:cNvPr>
          <p:cNvSpPr/>
          <p:nvPr/>
        </p:nvSpPr>
        <p:spPr>
          <a:xfrm>
            <a:off x="685800" y="61416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CC778913-9F6C-8FDD-B123-16048004EC56}"/>
              </a:ext>
            </a:extLst>
          </p:cNvPr>
          <p:cNvSpPr/>
          <p:nvPr/>
        </p:nvSpPr>
        <p:spPr>
          <a:xfrm>
            <a:off x="10998565" y="58736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6283179-133D-0E64-C08A-4D59C8B2F9DB}"/>
              </a:ext>
            </a:extLst>
          </p:cNvPr>
          <p:cNvSpPr/>
          <p:nvPr/>
        </p:nvSpPr>
        <p:spPr>
          <a:xfrm>
            <a:off x="10976145" y="58736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Tree>
    <p:extLst>
      <p:ext uri="{BB962C8B-B14F-4D97-AF65-F5344CB8AC3E}">
        <p14:creationId xmlns:p14="http://schemas.microsoft.com/office/powerpoint/2010/main" val="1560545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C85B71F7-9EDC-DB6C-D713-7ACE3A2EADC0}"/>
              </a:ext>
            </a:extLst>
          </p:cNvPr>
          <p:cNvSpPr/>
          <p:nvPr/>
        </p:nvSpPr>
        <p:spPr>
          <a:xfrm>
            <a:off x="968457" y="5410200"/>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tx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25842DDA-AD76-0064-2B85-CB145F4CE540}"/>
              </a:ext>
            </a:extLst>
          </p:cNvPr>
          <p:cNvSpPr/>
          <p:nvPr/>
        </p:nvSpPr>
        <p:spPr>
          <a:xfrm>
            <a:off x="581245" y="5761884"/>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tx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5E58AC6-620E-20FA-E8F5-375DA2977A43}"/>
              </a:ext>
            </a:extLst>
          </p:cNvPr>
          <p:cNvSpPr/>
          <p:nvPr/>
        </p:nvSpPr>
        <p:spPr>
          <a:xfrm>
            <a:off x="718340" y="5492382"/>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tx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EA14E2E-5098-2800-A72C-138A5840365C}"/>
              </a:ext>
            </a:extLst>
          </p:cNvPr>
          <p:cNvSpPr/>
          <p:nvPr/>
        </p:nvSpPr>
        <p:spPr>
          <a:xfrm>
            <a:off x="696080" y="5492388"/>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tx2"/>
            </a:solidFill>
            <a:prstDash val="solid"/>
            <a:miter/>
          </a:ln>
        </p:spPr>
        <p:txBody>
          <a:bodyPr rtlCol="0" anchor="ctr"/>
          <a:lstStyle/>
          <a:p>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685800"/>
            <a:ext cx="3652523" cy="4102460"/>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1600" y="685800"/>
            <a:ext cx="6394703" cy="545500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noAutofit/>
          </a:body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noAutofit/>
          </a:bodyPr>
          <a:lstStyle/>
          <a:p>
            <a:fld id="{659F5542-E2F9-4DC1-8AB7-8E5D8714BD21}" type="datetime1">
              <a:rPr lang="en-US" smtClean="0"/>
              <a:t>7/19/2026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562417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8881EABF-B6BB-1FBF-962C-A6A6C8C2418A}"/>
              </a:ext>
            </a:extLst>
          </p:cNvPr>
          <p:cNvCxnSpPr/>
          <p:nvPr userDrawn="1"/>
        </p:nvCxnSpPr>
        <p:spPr>
          <a:xfrm>
            <a:off x="612647" y="2359152"/>
            <a:ext cx="6336792"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4"/>
            <a:ext cx="6391374" cy="1371996"/>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3" y="2742645"/>
            <a:ext cx="6391247" cy="3429551"/>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noAutofit/>
          </a:bodyPr>
          <a:lstStyle/>
          <a:p>
            <a:r>
              <a:rPr lang="en-US"/>
              <a:t>Sample Footer Text</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noAutofit/>
          </a:bodyPr>
          <a:lstStyle/>
          <a:p>
            <a:fld id="{DD3D21CC-B9C8-49F6-ADE7-6BF4A546A74E}" type="datetime1">
              <a:rPr lang="en-US" smtClean="0"/>
              <a:t>7/19/2026</a:t>
            </a:fld>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noAutofit/>
          </a:bodyPr>
          <a:lstStyle/>
          <a:p>
            <a:fld id="{AEAA3239-9EA4-4A65-A281-97F994456D9F}" type="slidenum">
              <a:rPr lang="en-US" smtClean="0"/>
              <a:t>‹#›</a:t>
            </a:fld>
            <a:endParaRPr lang="en-US" dirty="0"/>
          </a:p>
        </p:txBody>
      </p:sp>
      <p:sp>
        <p:nvSpPr>
          <p:cNvPr id="4" name="Picture Placeholder 13">
            <a:extLst>
              <a:ext uri="{FF2B5EF4-FFF2-40B4-BE49-F238E27FC236}">
                <a16:creationId xmlns:a16="http://schemas.microsoft.com/office/drawing/2014/main" id="{35EC8126-6431-465A-8AC3-0118DD8825B5}"/>
              </a:ext>
            </a:extLst>
          </p:cNvPr>
          <p:cNvSpPr>
            <a:spLocks noGrp="1"/>
          </p:cNvSpPr>
          <p:nvPr>
            <p:ph type="pic" sz="quarter" idx="13" hasCustomPrompt="1"/>
          </p:nvPr>
        </p:nvSpPr>
        <p:spPr>
          <a:xfrm>
            <a:off x="7631546"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a:t>
            </a:r>
          </a:p>
        </p:txBody>
      </p:sp>
    </p:spTree>
    <p:extLst>
      <p:ext uri="{BB962C8B-B14F-4D97-AF65-F5344CB8AC3E}">
        <p14:creationId xmlns:p14="http://schemas.microsoft.com/office/powerpoint/2010/main" val="34985427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3" y="685800"/>
            <a:ext cx="6858000" cy="1111532"/>
          </a:xfrm>
        </p:spPr>
        <p:txBody>
          <a:bodyPr anchor="b">
            <a:noAutofit/>
          </a:bodyPr>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D2B02E8B-EB97-8158-B585-0E0E95CF40CC}"/>
              </a:ext>
            </a:extLst>
          </p:cNvPr>
          <p:cNvSpPr>
            <a:spLocks noGrp="1"/>
          </p:cNvSpPr>
          <p:nvPr>
            <p:ph type="pic" sz="quarter" idx="13" hasCustomPrompt="1"/>
          </p:nvPr>
        </p:nvSpPr>
        <p:spPr>
          <a:xfrm>
            <a:off x="0" y="0"/>
            <a:ext cx="4100267" cy="6858000"/>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3" y="1965960"/>
            <a:ext cx="6858000" cy="42001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724397" y="6343954"/>
            <a:ext cx="3422906" cy="365125"/>
          </a:xfrm>
        </p:spPr>
        <p:txBody>
          <a:bodyPr>
            <a:noAutofit/>
          </a:bodyPr>
          <a:lstStyle/>
          <a:p>
            <a:r>
              <a:rPr lang="en-US"/>
              <a:t>Sample Footer Text</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noAutofit/>
          </a:bodyPr>
          <a:lstStyle/>
          <a:p>
            <a:fld id="{40723AE1-14A9-42B1-9F02-B524DA830762}" type="datetime1">
              <a:rPr lang="en-US" smtClean="0"/>
              <a:t>7/19/2026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626216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685800"/>
            <a:ext cx="4561665" cy="1371264"/>
          </a:xfrm>
        </p:spPr>
        <p:txBody>
          <a:bodyPr anchor="b">
            <a:noAutofit/>
          </a:bodyPr>
          <a:lstStyle>
            <a:lvl1pPr>
              <a:defRPr sz="54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EEEFBBBB-A526-5A93-34B8-A377087586AE}"/>
              </a:ext>
            </a:extLst>
          </p:cNvPr>
          <p:cNvSpPr>
            <a:spLocks noGrp="1"/>
          </p:cNvSpPr>
          <p:nvPr>
            <p:ph type="pic" sz="quarter" idx="15"/>
          </p:nvPr>
        </p:nvSpPr>
        <p:spPr>
          <a:xfrm>
            <a:off x="1" y="0"/>
            <a:ext cx="6390464"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20736" y="2286000"/>
            <a:ext cx="4561665"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20736" y="6343955"/>
            <a:ext cx="2105099" cy="365125"/>
          </a:xfr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noAutofit/>
          </a:bodyPr>
          <a:lstStyle>
            <a:lvl1pPr>
              <a:defRPr>
                <a:solidFill>
                  <a:schemeClr val="tx1"/>
                </a:solidFill>
                <a:effectLst/>
              </a:defRPr>
            </a:lvl1pPr>
          </a:lstStyle>
          <a:p>
            <a:fld id="{F2240801-1142-4411-9AA3-00BC0B3F40DA}"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466992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72002" cy="1371264"/>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09599" y="2286000"/>
            <a:ext cx="4561666" cy="38862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5">
            <a:extLst>
              <a:ext uri="{FF2B5EF4-FFF2-40B4-BE49-F238E27FC236}">
                <a16:creationId xmlns:a16="http://schemas.microsoft.com/office/drawing/2014/main" id="{3C6055EC-0CB7-A026-AE8C-74A36F768BEB}"/>
              </a:ext>
            </a:extLst>
          </p:cNvPr>
          <p:cNvSpPr>
            <a:spLocks noGrp="1"/>
          </p:cNvSpPr>
          <p:nvPr>
            <p:ph type="ftr" sz="quarter" idx="11"/>
          </p:nvPr>
        </p:nvSpPr>
        <p:spPr>
          <a:xfrm>
            <a:off x="609599" y="6343955"/>
            <a:ext cx="2105099" cy="365125"/>
          </a:xfrm>
        </p:spPr>
        <p:txBody>
          <a:bodyPr>
            <a:noAutofit/>
          </a:bodyPr>
          <a:lstStyle/>
          <a:p>
            <a:r>
              <a:rPr lang="en-US"/>
              <a:t>Sample Footer Text</a:t>
            </a:r>
          </a:p>
        </p:txBody>
      </p:sp>
      <p:sp>
        <p:nvSpPr>
          <p:cNvPr id="13" name="Date Placeholder 4">
            <a:extLst>
              <a:ext uri="{FF2B5EF4-FFF2-40B4-BE49-F238E27FC236}">
                <a16:creationId xmlns:a16="http://schemas.microsoft.com/office/drawing/2014/main" id="{AE86096B-57D4-1243-A86D-1D5E7DC3A755}"/>
              </a:ext>
            </a:extLst>
          </p:cNvPr>
          <p:cNvSpPr>
            <a:spLocks noGrp="1"/>
          </p:cNvSpPr>
          <p:nvPr>
            <p:ph type="dt" sz="half" idx="10"/>
          </p:nvPr>
        </p:nvSpPr>
        <p:spPr>
          <a:xfrm>
            <a:off x="2963930" y="6343955"/>
            <a:ext cx="1772029" cy="365125"/>
          </a:xfrm>
        </p:spPr>
        <p:txBody>
          <a:bodyPr>
            <a:noAutofit/>
          </a:bodyPr>
          <a:lstStyle>
            <a:lvl1pPr>
              <a:defRPr>
                <a:solidFill>
                  <a:schemeClr val="tx1"/>
                </a:solidFill>
                <a:effectLst/>
              </a:defRPr>
            </a:lvl1pPr>
          </a:lstStyle>
          <a:p>
            <a:fld id="{7CFA9782-9FBA-47E1-A36A-E75622F7046E}" type="datetime1">
              <a:rPr lang="en-US" smtClean="0"/>
              <a:t>7/19/2026</a:t>
            </a:fld>
            <a:endParaRPr lang="en-US"/>
          </a:p>
        </p:txBody>
      </p:sp>
      <p:sp>
        <p:nvSpPr>
          <p:cNvPr id="15" name="Slide Number Placeholder 6">
            <a:extLst>
              <a:ext uri="{FF2B5EF4-FFF2-40B4-BE49-F238E27FC236}">
                <a16:creationId xmlns:a16="http://schemas.microsoft.com/office/drawing/2014/main" id="{A98A8E55-200E-96B4-1462-6DA457A20CE9}"/>
              </a:ext>
            </a:extLst>
          </p:cNvPr>
          <p:cNvSpPr>
            <a:spLocks noGrp="1"/>
          </p:cNvSpPr>
          <p:nvPr>
            <p:ph type="sldNum" sz="quarter" idx="12"/>
          </p:nvPr>
        </p:nvSpPr>
        <p:spPr>
          <a:xfrm>
            <a:off x="4735959" y="6343955"/>
            <a:ext cx="429207" cy="365125"/>
          </a:xfrm>
        </p:spPr>
        <p:txBody>
          <a:bodyPr>
            <a:noAutofit/>
          </a:bodyPr>
          <a:lstStyle/>
          <a:p>
            <a:fld id="{AEAA3239-9EA4-4A65-A281-97F994456D9F}" type="slidenum">
              <a:rPr lang="en-US" smtClean="0"/>
              <a:t>‹#›</a:t>
            </a:fld>
            <a:endParaRPr lang="en-US"/>
          </a:p>
        </p:txBody>
      </p:sp>
      <p:sp>
        <p:nvSpPr>
          <p:cNvPr id="3" name="Picture Placeholder 11">
            <a:extLst>
              <a:ext uri="{FF2B5EF4-FFF2-40B4-BE49-F238E27FC236}">
                <a16:creationId xmlns:a16="http://schemas.microsoft.com/office/drawing/2014/main" id="{48233842-32AB-C53C-CA20-8101D4E63DC5}"/>
              </a:ext>
            </a:extLst>
          </p:cNvPr>
          <p:cNvSpPr>
            <a:spLocks noGrp="1"/>
          </p:cNvSpPr>
          <p:nvPr>
            <p:ph type="pic" sz="quarter" idx="15"/>
          </p:nvPr>
        </p:nvSpPr>
        <p:spPr>
          <a:xfrm>
            <a:off x="5801536" y="0"/>
            <a:ext cx="6390464"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9470453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8" y="685800"/>
            <a:ext cx="3364992" cy="1996301"/>
          </a:xfrm>
        </p:spPr>
        <p:txBody>
          <a:bodyPr anchor="b">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698" y="2880360"/>
            <a:ext cx="3364992" cy="3234856"/>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8">
            <a:extLst>
              <a:ext uri="{FF2B5EF4-FFF2-40B4-BE49-F238E27FC236}">
                <a16:creationId xmlns:a16="http://schemas.microsoft.com/office/drawing/2014/main" id="{C119522C-433C-CA02-AD5B-2ABB39A41622}"/>
              </a:ext>
            </a:extLst>
          </p:cNvPr>
          <p:cNvSpPr>
            <a:spLocks noGrp="1"/>
          </p:cNvSpPr>
          <p:nvPr>
            <p:ph type="ftr" sz="quarter" idx="16"/>
          </p:nvPr>
        </p:nvSpPr>
        <p:spPr>
          <a:xfrm>
            <a:off x="615698" y="6343955"/>
            <a:ext cx="2012061" cy="365125"/>
          </a:xfrm>
        </p:spPr>
        <p:txBody>
          <a:bodyPr>
            <a:noAutofit/>
          </a:bodyPr>
          <a:lstStyle/>
          <a:p>
            <a:r>
              <a:rPr lang="en-US"/>
              <a:t>Sample Footer Text</a:t>
            </a:r>
            <a:endParaRPr lang="en-US" dirty="0"/>
          </a:p>
        </p:txBody>
      </p:sp>
      <p:sp>
        <p:nvSpPr>
          <p:cNvPr id="7" name="Date Placeholder 3">
            <a:extLst>
              <a:ext uri="{FF2B5EF4-FFF2-40B4-BE49-F238E27FC236}">
                <a16:creationId xmlns:a16="http://schemas.microsoft.com/office/drawing/2014/main" id="{E76C67AD-99A1-8DF0-C332-BB3E0C537172}"/>
              </a:ext>
            </a:extLst>
          </p:cNvPr>
          <p:cNvSpPr>
            <a:spLocks noGrp="1"/>
          </p:cNvSpPr>
          <p:nvPr>
            <p:ph type="dt" sz="half" idx="15"/>
          </p:nvPr>
        </p:nvSpPr>
        <p:spPr>
          <a:xfrm>
            <a:off x="2627759" y="6343955"/>
            <a:ext cx="922372" cy="365125"/>
          </a:xfrm>
        </p:spPr>
        <p:txBody>
          <a:bodyPr>
            <a:noAutofit/>
          </a:bodyPr>
          <a:lstStyle/>
          <a:p>
            <a:fld id="{AAA916C4-9175-479B-9610-7E06A2EDFEE0}" type="datetime1">
              <a:rPr lang="en-US" smtClean="0"/>
              <a:t>7/19/2026</a:t>
            </a:fld>
            <a:endParaRPr lang="en-US" dirty="0"/>
          </a:p>
        </p:txBody>
      </p:sp>
      <p:sp>
        <p:nvSpPr>
          <p:cNvPr id="13" name="Slide Number Placeholder 9">
            <a:extLst>
              <a:ext uri="{FF2B5EF4-FFF2-40B4-BE49-F238E27FC236}">
                <a16:creationId xmlns:a16="http://schemas.microsoft.com/office/drawing/2014/main" id="{C8D2CF7B-FF7A-7960-DB96-2B1846DA41A0}"/>
              </a:ext>
            </a:extLst>
          </p:cNvPr>
          <p:cNvSpPr>
            <a:spLocks noGrp="1"/>
          </p:cNvSpPr>
          <p:nvPr>
            <p:ph type="sldNum" sz="quarter" idx="17"/>
          </p:nvPr>
        </p:nvSpPr>
        <p:spPr>
          <a:xfrm>
            <a:off x="3550131" y="6343955"/>
            <a:ext cx="429207" cy="365125"/>
          </a:xfrm>
        </p:spPr>
        <p:txBody>
          <a:bodyPr>
            <a:noAutofit/>
          </a:bodyPr>
          <a:lstStyle/>
          <a:p>
            <a:fld id="{AEAA3239-9EA4-4A65-A281-97F994456D9F}" type="slidenum">
              <a:rPr lang="en-US" smtClean="0"/>
              <a:t>‹#›</a:t>
            </a:fld>
            <a:endParaRPr lang="en-US"/>
          </a:p>
        </p:txBody>
      </p:sp>
      <p:sp>
        <p:nvSpPr>
          <p:cNvPr id="4" name="Picture Placeholder 10">
            <a:extLst>
              <a:ext uri="{FF2B5EF4-FFF2-40B4-BE49-F238E27FC236}">
                <a16:creationId xmlns:a16="http://schemas.microsoft.com/office/drawing/2014/main" id="{B08A763A-F1F9-D459-6C34-397656627599}"/>
              </a:ext>
            </a:extLst>
          </p:cNvPr>
          <p:cNvSpPr>
            <a:spLocks noGrp="1"/>
          </p:cNvSpPr>
          <p:nvPr>
            <p:ph type="pic" sz="quarter" idx="13" hasCustomPrompt="1"/>
          </p:nvPr>
        </p:nvSpPr>
        <p:spPr>
          <a:xfrm>
            <a:off x="4607856" y="0"/>
            <a:ext cx="7584144" cy="6858000"/>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21819643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0"/>
            <a:ext cx="2748115" cy="2743200"/>
          </a:xfrm>
          <a:noFill/>
        </p:spPr>
        <p:txBody>
          <a:bodyPr anchor="t">
            <a:noAutofit/>
          </a:body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5487E718-4223-B4DB-C92A-99E891E642B8}"/>
              </a:ext>
            </a:extLst>
          </p:cNvPr>
          <p:cNvSpPr>
            <a:spLocks noGrp="1"/>
          </p:cNvSpPr>
          <p:nvPr>
            <p:ph type="pic" sz="quarter" idx="15"/>
          </p:nvPr>
        </p:nvSpPr>
        <p:spPr>
          <a:xfrm>
            <a:off x="0" y="0"/>
            <a:ext cx="8229600" cy="68580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9200" y="3703320"/>
            <a:ext cx="2743201" cy="2476061"/>
          </a:xfrm>
          <a:noFill/>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39200" y="6343955"/>
            <a:ext cx="1404460" cy="365125"/>
          </a:xfrm>
          <a:noFill/>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noFill/>
        </p:spPr>
        <p:txBody>
          <a:bodyPr>
            <a:noAutofit/>
          </a:bodyPr>
          <a:lstStyle>
            <a:lvl1pPr>
              <a:defRPr>
                <a:solidFill>
                  <a:schemeClr val="tx1"/>
                </a:solidFill>
                <a:effectLst/>
              </a:defRPr>
            </a:lvl1pPr>
          </a:lstStyle>
          <a:p>
            <a:fld id="{71AD2788-6390-4160-9542-0F1C554F0165}" type="datetime1">
              <a:rPr lang="en-US" smtClean="0"/>
              <a:t>7/19/2026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noFill/>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695498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685800"/>
            <a:ext cx="2748114" cy="2743200"/>
          </a:xfrm>
        </p:spPr>
        <p:txBody>
          <a:bodyPr anchor="t">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703320"/>
            <a:ext cx="2743200" cy="247606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5">
            <a:extLst>
              <a:ext uri="{FF2B5EF4-FFF2-40B4-BE49-F238E27FC236}">
                <a16:creationId xmlns:a16="http://schemas.microsoft.com/office/drawing/2014/main" id="{644F6AEF-CB45-AC6F-F205-7AB277670F4E}"/>
              </a:ext>
            </a:extLst>
          </p:cNvPr>
          <p:cNvSpPr>
            <a:spLocks noGrp="1"/>
          </p:cNvSpPr>
          <p:nvPr>
            <p:ph type="ftr" sz="quarter" idx="11"/>
          </p:nvPr>
        </p:nvSpPr>
        <p:spPr>
          <a:xfrm>
            <a:off x="615697" y="6343955"/>
            <a:ext cx="1404460" cy="365125"/>
          </a:xfrm>
        </p:spPr>
        <p:txBody>
          <a:bodyPr>
            <a:noAutofit/>
          </a:bodyPr>
          <a:lstStyle/>
          <a:p>
            <a:r>
              <a:rPr lang="en-US"/>
              <a:t>Sample Footer Text</a:t>
            </a:r>
            <a:endParaRPr lang="en-US" dirty="0"/>
          </a:p>
        </p:txBody>
      </p:sp>
      <p:sp>
        <p:nvSpPr>
          <p:cNvPr id="14" name="Date Placeholder 4">
            <a:extLst>
              <a:ext uri="{FF2B5EF4-FFF2-40B4-BE49-F238E27FC236}">
                <a16:creationId xmlns:a16="http://schemas.microsoft.com/office/drawing/2014/main" id="{980DDA2F-B408-A7AF-463F-3F6ED55C1A9C}"/>
              </a:ext>
            </a:extLst>
          </p:cNvPr>
          <p:cNvSpPr>
            <a:spLocks noGrp="1"/>
          </p:cNvSpPr>
          <p:nvPr>
            <p:ph type="dt" sz="half" idx="10"/>
          </p:nvPr>
        </p:nvSpPr>
        <p:spPr>
          <a:xfrm>
            <a:off x="2069019" y="6343955"/>
            <a:ext cx="854573" cy="365125"/>
          </a:xfrm>
        </p:spPr>
        <p:txBody>
          <a:bodyPr>
            <a:noAutofit/>
          </a:bodyPr>
          <a:lstStyle>
            <a:lvl1pPr>
              <a:defRPr>
                <a:solidFill>
                  <a:schemeClr val="tx1"/>
                </a:solidFill>
                <a:effectLst/>
              </a:defRPr>
            </a:lvl1pPr>
          </a:lstStyle>
          <a:p>
            <a:fld id="{C6E6CDFB-328D-4B9A-B955-967B0C6194A8}" type="datetime1">
              <a:rPr lang="en-US" smtClean="0"/>
              <a:t>7/19/2026</a:t>
            </a:fld>
            <a:endParaRPr lang="en-US" dirty="0"/>
          </a:p>
        </p:txBody>
      </p:sp>
      <p:sp>
        <p:nvSpPr>
          <p:cNvPr id="16" name="Slide Number Placeholder 6">
            <a:extLst>
              <a:ext uri="{FF2B5EF4-FFF2-40B4-BE49-F238E27FC236}">
                <a16:creationId xmlns:a16="http://schemas.microsoft.com/office/drawing/2014/main" id="{9C6A3F52-E7A3-B732-2650-C47F8BE25FF4}"/>
              </a:ext>
            </a:extLst>
          </p:cNvPr>
          <p:cNvSpPr>
            <a:spLocks noGrp="1"/>
          </p:cNvSpPr>
          <p:nvPr>
            <p:ph type="sldNum" sz="quarter" idx="12"/>
          </p:nvPr>
        </p:nvSpPr>
        <p:spPr>
          <a:xfrm>
            <a:off x="2923593" y="6343955"/>
            <a:ext cx="429207" cy="365125"/>
          </a:xfrm>
        </p:spPr>
        <p:txBody>
          <a:bodyPr>
            <a:noAutofit/>
          </a:bodyPr>
          <a:lstStyle/>
          <a:p>
            <a:fld id="{AEAA3239-9EA4-4A65-A281-97F994456D9F}" type="slidenum">
              <a:rPr lang="en-US" smtClean="0"/>
              <a:t>‹#›</a:t>
            </a:fld>
            <a:endParaRPr lang="en-US"/>
          </a:p>
        </p:txBody>
      </p:sp>
      <p:sp>
        <p:nvSpPr>
          <p:cNvPr id="5" name="Picture Placeholder 3">
            <a:extLst>
              <a:ext uri="{FF2B5EF4-FFF2-40B4-BE49-F238E27FC236}">
                <a16:creationId xmlns:a16="http://schemas.microsoft.com/office/drawing/2014/main" id="{80894EEF-95B5-F8FE-9FBB-D5DFD413C066}"/>
              </a:ext>
            </a:extLst>
          </p:cNvPr>
          <p:cNvSpPr>
            <a:spLocks noGrp="1"/>
          </p:cNvSpPr>
          <p:nvPr>
            <p:ph type="pic" sz="quarter" idx="15"/>
          </p:nvPr>
        </p:nvSpPr>
        <p:spPr>
          <a:xfrm>
            <a:off x="3962400" y="0"/>
            <a:ext cx="8229600" cy="6858000"/>
          </a:xfrm>
          <a:blipFill>
            <a:blip r:embed="rId2">
              <a:alphaModFix amt="60000"/>
            </a:blip>
            <a:stretch>
              <a:fillRect/>
            </a:stretch>
          </a:blipFill>
        </p:spPr>
        <p:txBody>
          <a:bodyPr/>
          <a:lstStyle/>
          <a:p>
            <a:r>
              <a:rPr lang="en-US"/>
              <a:t>Click icon to add picture</a:t>
            </a:r>
          </a:p>
        </p:txBody>
      </p:sp>
    </p:spTree>
    <p:extLst>
      <p:ext uri="{BB962C8B-B14F-4D97-AF65-F5344CB8AC3E}">
        <p14:creationId xmlns:p14="http://schemas.microsoft.com/office/powerpoint/2010/main" val="426115477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343400"/>
            <a:ext cx="4019522" cy="1159931"/>
          </a:xfrm>
        </p:spPr>
        <p:txBody>
          <a:bodyPr anchor="t">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0E0CE544-3552-FE00-5B00-942E522A2A5A}"/>
              </a:ext>
            </a:extLst>
          </p:cNvPr>
          <p:cNvSpPr>
            <a:spLocks noGrp="1"/>
          </p:cNvSpPr>
          <p:nvPr>
            <p:ph type="pic" sz="quarter" idx="15"/>
          </p:nvPr>
        </p:nvSpPr>
        <p:spPr>
          <a:xfrm>
            <a:off x="0" y="0"/>
            <a:ext cx="12192000" cy="3886200"/>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81600" y="4343400"/>
            <a:ext cx="6400800" cy="1159931"/>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A994DB4-9653-4FD4-8A14-5DAFB68B0E92}"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60114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6200"/>
            <a:ext cx="3044954" cy="2245126"/>
          </a:xfrm>
        </p:spPr>
        <p:txBody>
          <a:bodyPr anchor="b">
            <a:noAutofit/>
          </a:bodyPr>
          <a:lstStyle>
            <a:lvl1pPr>
              <a:defRPr sz="54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60000"/>
            </a:blip>
            <a:stretch>
              <a:fillRect/>
            </a:stretch>
          </a:blipFill>
        </p:spPr>
        <p:txBody>
          <a:bodyPr/>
          <a:lstStyle>
            <a:lvl1pPr marL="0" indent="0">
              <a:buNone/>
              <a:defRPr/>
            </a:lvl1pPr>
          </a:lstStyle>
          <a:p>
            <a:r>
              <a:rPr lang="en-US" dirty="0"/>
              <a: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7200" y="3886200"/>
            <a:ext cx="7315199" cy="2245127"/>
          </a:xfrm>
        </p:spPr>
        <p:txBody>
          <a:bodyPr vert="horz" lIns="91440" tIns="45720" rIns="91440" bIns="45720" rtlCol="0">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0BECFC22-7333-427C-A7BB-2A423772B9A0}"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986600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3044954" cy="2035724"/>
          </a:xfrm>
        </p:spPr>
        <p:txBody>
          <a:bodyPr anchor="t">
            <a:noAutofit/>
          </a:bodyPr>
          <a:lstStyle>
            <a:lvl1pPr>
              <a:defRPr sz="5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9158" y="685800"/>
            <a:ext cx="7315199" cy="2014665"/>
          </a:xfrm>
        </p:spPr>
        <p:txBody>
          <a:bodyPr vert="horz" lIns="91440" tIns="45720" rIns="91440" bIns="45720" rtlCol="0" anchor="b">
            <a:noAutofit/>
          </a:bodyPr>
          <a:lstStyle>
            <a:lvl1pPr marL="0" indent="0">
              <a:buNone/>
              <a:defRPr lang="en-US" sz="1400" b="0" i="0" dirty="0">
                <a:latin typeface="+mn-lt"/>
              </a:defRPr>
            </a:lvl1pPr>
            <a:lvl2pPr marL="228600" indent="0">
              <a:buNone/>
              <a:defRPr lang="en-US" sz="1400" b="0" i="0" dirty="0">
                <a:latin typeface="+mn-lt"/>
              </a:defRPr>
            </a:lvl2pPr>
            <a:lvl3pPr marL="457200" indent="0">
              <a:buNone/>
              <a:defRPr lang="en-US" sz="1400" b="0" i="0" dirty="0">
                <a:latin typeface="+mn-lt"/>
              </a:defRPr>
            </a:lvl3pPr>
            <a:lvl4pPr marL="685800" indent="0">
              <a:buNone/>
              <a:defRPr lang="en-US" sz="1400" b="0" i="0" dirty="0">
                <a:latin typeface="+mn-lt"/>
              </a:defRPr>
            </a:lvl4pPr>
            <a:lvl5pPr marL="914400" indent="0">
              <a:buNone/>
              <a:defRPr lang="en-US" sz="1400" b="0" i="0" dirty="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2896372"/>
            <a:ext cx="2791027" cy="365125"/>
          </a:xfrm>
        </p:spPr>
        <p:txBody>
          <a:bodyPr>
            <a:noAutofit/>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2896372"/>
            <a:ext cx="1559379" cy="365125"/>
          </a:xfrm>
        </p:spPr>
        <p:txBody>
          <a:bodyPr>
            <a:noAutofit/>
          </a:bodyPr>
          <a:lstStyle/>
          <a:p>
            <a:fld id="{B78D85C6-8657-43F4-BE68-8F80962A5435}"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2896372"/>
            <a:ext cx="429207" cy="365125"/>
          </a:xfrm>
        </p:spPr>
        <p:txBody>
          <a:bodyPr>
            <a:noAutofit/>
          </a:bodyPr>
          <a:lstStyle/>
          <a:p>
            <a:fld id="{AEAA3239-9EA4-4A65-A281-97F994456D9F}" type="slidenum">
              <a:rPr lang="en-US" smtClean="0"/>
              <a:t>‹#›</a:t>
            </a:fld>
            <a:endParaRPr lang="en-US"/>
          </a:p>
        </p:txBody>
      </p:sp>
      <p:sp>
        <p:nvSpPr>
          <p:cNvPr id="3" name="Picture Placeholder 10">
            <a:extLst>
              <a:ext uri="{FF2B5EF4-FFF2-40B4-BE49-F238E27FC236}">
                <a16:creationId xmlns:a16="http://schemas.microsoft.com/office/drawing/2014/main" id="{4178283B-8F20-CAA0-928D-318B857F9592}"/>
              </a:ext>
            </a:extLst>
          </p:cNvPr>
          <p:cNvSpPr>
            <a:spLocks noGrp="1"/>
          </p:cNvSpPr>
          <p:nvPr>
            <p:ph type="pic" sz="quarter" idx="13" hasCustomPrompt="1"/>
          </p:nvPr>
        </p:nvSpPr>
        <p:spPr>
          <a:xfrm>
            <a:off x="-1" y="3414669"/>
            <a:ext cx="12192000" cy="3443331"/>
          </a:xfrm>
          <a:blipFill>
            <a:blip r:embed="rId2">
              <a:alphaModFix amt="60000"/>
            </a:blip>
            <a:stretch>
              <a:fillRect/>
            </a:stretch>
          </a:blipFill>
        </p:spPr>
        <p:txBody>
          <a:bodyPr/>
          <a:lstStyle>
            <a:lvl1pPr marL="0" indent="0">
              <a:buNone/>
              <a:defRPr/>
            </a:lvl1pPr>
          </a:lstStyle>
          <a:p>
            <a:r>
              <a:rPr lang="en-US" dirty="0"/>
              <a:t>.</a:t>
            </a:r>
          </a:p>
        </p:txBody>
      </p:sp>
    </p:spTree>
    <p:extLst>
      <p:ext uri="{BB962C8B-B14F-4D97-AF65-F5344CB8AC3E}">
        <p14:creationId xmlns:p14="http://schemas.microsoft.com/office/powerpoint/2010/main" val="42076729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with Picture 14">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8"/>
            <a:ext cx="5483353" cy="1388318"/>
          </a:xfrm>
        </p:spPr>
        <p:txBody>
          <a:bodyPr anchor="b">
            <a:noAutofit/>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2651760"/>
            <a:ext cx="5483352" cy="352185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4AB12E0E-A617-768A-7E0E-472481185B12}"/>
              </a:ext>
            </a:extLst>
          </p:cNvPr>
          <p:cNvSpPr>
            <a:spLocks noGrp="1"/>
          </p:cNvSpPr>
          <p:nvPr>
            <p:ph type="pic" sz="quarter" idx="18"/>
          </p:nvPr>
        </p:nvSpPr>
        <p:spPr>
          <a:xfrm>
            <a:off x="6717792" y="685807"/>
            <a:ext cx="4864608" cy="5486377"/>
          </a:xfrm>
          <a:blipFill>
            <a:blip r:embed="rId2">
              <a:alphaModFix amt="60000"/>
            </a:blip>
            <a:stretch>
              <a:fillRect/>
            </a:stretch>
          </a:blipFill>
        </p:spPr>
        <p:txBody>
          <a:bodyPr/>
          <a:lstStyle/>
          <a:p>
            <a:r>
              <a:rPr lang="en-US"/>
              <a:t>Click icon to add picture</a:t>
            </a:r>
          </a:p>
        </p:txBody>
      </p:sp>
      <p:cxnSp>
        <p:nvCxnSpPr>
          <p:cNvPr id="3" name="Straight Connector 2">
            <a:extLst>
              <a:ext uri="{FF2B5EF4-FFF2-40B4-BE49-F238E27FC236}">
                <a16:creationId xmlns:a16="http://schemas.microsoft.com/office/drawing/2014/main" id="{EC1D70B4-629A-1A3A-D1BB-D35C3AED4BAD}"/>
              </a:ext>
            </a:extLst>
          </p:cNvPr>
          <p:cNvCxnSpPr>
            <a:cxnSpLocks/>
          </p:cNvCxnSpPr>
          <p:nvPr userDrawn="1"/>
        </p:nvCxnSpPr>
        <p:spPr>
          <a:xfrm>
            <a:off x="609600" y="236222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Footer Placeholder 7">
            <a:extLst>
              <a:ext uri="{FF2B5EF4-FFF2-40B4-BE49-F238E27FC236}">
                <a16:creationId xmlns:a16="http://schemas.microsoft.com/office/drawing/2014/main" id="{8F922763-A12B-44C2-4F2D-AAD3B317EC9A}"/>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11" name="Date Placeholder 6">
            <a:extLst>
              <a:ext uri="{FF2B5EF4-FFF2-40B4-BE49-F238E27FC236}">
                <a16:creationId xmlns:a16="http://schemas.microsoft.com/office/drawing/2014/main" id="{88D44AB0-B4BD-5097-DB6C-0B96B75B1DA6}"/>
              </a:ext>
            </a:extLst>
          </p:cNvPr>
          <p:cNvSpPr>
            <a:spLocks noGrp="1"/>
          </p:cNvSpPr>
          <p:nvPr>
            <p:ph type="dt" sz="half" idx="19"/>
          </p:nvPr>
        </p:nvSpPr>
        <p:spPr>
          <a:xfrm>
            <a:off x="8893929" y="6343955"/>
            <a:ext cx="2202644" cy="365125"/>
          </a:xfrm>
        </p:spPr>
        <p:txBody>
          <a:bodyPr>
            <a:noAutofit/>
          </a:bodyPr>
          <a:lstStyle/>
          <a:p>
            <a:fld id="{59D65A6B-59CD-4A95-97A1-5003425BCE52}" type="datetime1">
              <a:rPr lang="en-US" smtClean="0"/>
              <a:t>7/19/2026</a:t>
            </a:fld>
            <a:endParaRPr lang="en-US" dirty="0"/>
          </a:p>
        </p:txBody>
      </p:sp>
      <p:sp>
        <p:nvSpPr>
          <p:cNvPr id="14" name="Slide Number Placeholder 8">
            <a:extLst>
              <a:ext uri="{FF2B5EF4-FFF2-40B4-BE49-F238E27FC236}">
                <a16:creationId xmlns:a16="http://schemas.microsoft.com/office/drawing/2014/main" id="{8EA9CC9C-E71E-C316-0680-F4BD6EDC87C1}"/>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52334095"/>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9753" cy="898525"/>
          </a:xfrm>
        </p:spPr>
        <p:txBody>
          <a:bodyPr anchor="b">
            <a:noAutofit/>
          </a:bodyPr>
          <a:lstStyle/>
          <a:p>
            <a:r>
              <a:rPr lang="en-US"/>
              <a:t>Click to edit Master title style</a:t>
            </a:r>
            <a:endParaRPr lang="en-US" dirty="0"/>
          </a:p>
        </p:txBody>
      </p:sp>
      <p:cxnSp>
        <p:nvCxnSpPr>
          <p:cNvPr id="7" name="Straight Connector 6">
            <a:extLst>
              <a:ext uri="{FF2B5EF4-FFF2-40B4-BE49-F238E27FC236}">
                <a16:creationId xmlns:a16="http://schemas.microsoft.com/office/drawing/2014/main" id="{54E15E62-FEF2-298A-EC8D-72D59188CB27}"/>
              </a:ext>
            </a:extLst>
          </p:cNvPr>
          <p:cNvCxnSpPr>
            <a:cxnSpLocks/>
          </p:cNvCxnSpPr>
          <p:nvPr userDrawn="1"/>
        </p:nvCxnSpPr>
        <p:spPr>
          <a:xfrm>
            <a:off x="609600" y="1905000"/>
            <a:ext cx="109728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9600" y="2286012"/>
            <a:ext cx="5479474" cy="298765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C4892D5B-0772-8929-54F9-AA16EED38E2B}"/>
              </a:ext>
            </a:extLst>
          </p:cNvPr>
          <p:cNvSpPr>
            <a:spLocks noGrp="1"/>
          </p:cNvSpPr>
          <p:nvPr>
            <p:ph type="pic" sz="quarter" idx="18"/>
          </p:nvPr>
        </p:nvSpPr>
        <p:spPr>
          <a:xfrm>
            <a:off x="6715575" y="2285301"/>
            <a:ext cx="4863778" cy="3886188"/>
          </a:xfrm>
          <a:blipFill>
            <a:blip r:embed="rId2">
              <a:alphaModFix amt="60000"/>
            </a:blip>
            <a:stretch>
              <a:fillRect/>
            </a:stretch>
          </a:blipFill>
        </p:spPr>
        <p:txBody>
          <a:bodyPr/>
          <a:lstStyle/>
          <a:p>
            <a:r>
              <a:rPr lang="en-US"/>
              <a:t>Click icon to add picture</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noAutofit/>
          </a:bodyPr>
          <a:lstStyle/>
          <a:p>
            <a:r>
              <a:rPr lang="en-US"/>
              <a:t>Sample Footer Text</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noAutofit/>
          </a:bodyPr>
          <a:lstStyle/>
          <a:p>
            <a:fld id="{AEBE612C-E459-4252-B286-C98BDF4C5E92}" type="datetime1">
              <a:rPr lang="en-US" smtClean="0"/>
              <a:t>7/19/2026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noAutofit/>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8424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89903" y="685807"/>
            <a:ext cx="5486400" cy="1388302"/>
          </a:xfrm>
        </p:spPr>
        <p:txBody>
          <a:bodyPr anchor="b">
            <a:noAutofit/>
          </a:bodyPr>
          <a:lstStyle/>
          <a:p>
            <a:r>
              <a:rPr lang="en-US"/>
              <a:t>Click to edit Master title style</a:t>
            </a:r>
            <a:endParaRPr lang="en-US" dirty="0"/>
          </a:p>
        </p:txBody>
      </p:sp>
      <p:sp>
        <p:nvSpPr>
          <p:cNvPr id="16" name="Picture Placeholder 5">
            <a:extLst>
              <a:ext uri="{FF2B5EF4-FFF2-40B4-BE49-F238E27FC236}">
                <a16:creationId xmlns:a16="http://schemas.microsoft.com/office/drawing/2014/main" id="{3F8ACB4F-E132-97B5-797E-ADFB9AC83456}"/>
              </a:ext>
            </a:extLst>
          </p:cNvPr>
          <p:cNvSpPr>
            <a:spLocks noGrp="1"/>
          </p:cNvSpPr>
          <p:nvPr>
            <p:ph type="pic" sz="quarter" idx="18"/>
          </p:nvPr>
        </p:nvSpPr>
        <p:spPr>
          <a:xfrm>
            <a:off x="616658" y="685807"/>
            <a:ext cx="4864608" cy="5486377"/>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089903" y="2650330"/>
            <a:ext cx="5486400" cy="3521854"/>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5" name="Straight Connector 14">
            <a:extLst>
              <a:ext uri="{FF2B5EF4-FFF2-40B4-BE49-F238E27FC236}">
                <a16:creationId xmlns:a16="http://schemas.microsoft.com/office/drawing/2014/main" id="{60415657-C9CC-A8DC-C841-09A42AC901EC}"/>
              </a:ext>
            </a:extLst>
          </p:cNvPr>
          <p:cNvCxnSpPr>
            <a:cxnSpLocks/>
          </p:cNvCxnSpPr>
          <p:nvPr userDrawn="1"/>
        </p:nvCxnSpPr>
        <p:spPr>
          <a:xfrm>
            <a:off x="6089903" y="2362219"/>
            <a:ext cx="54864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Footer Placeholder 7">
            <a:extLst>
              <a:ext uri="{FF2B5EF4-FFF2-40B4-BE49-F238E27FC236}">
                <a16:creationId xmlns:a16="http://schemas.microsoft.com/office/drawing/2014/main" id="{D65827FC-FBF0-2A7B-2AE9-11D916DB970C}"/>
              </a:ext>
            </a:extLst>
          </p:cNvPr>
          <p:cNvSpPr>
            <a:spLocks noGrp="1"/>
          </p:cNvSpPr>
          <p:nvPr>
            <p:ph type="ftr" sz="quarter" idx="15"/>
          </p:nvPr>
        </p:nvSpPr>
        <p:spPr>
          <a:xfrm>
            <a:off x="612647" y="6343955"/>
            <a:ext cx="2805405" cy="365125"/>
          </a:xfrm>
        </p:spPr>
        <p:txBody>
          <a:bodyPr>
            <a:noAutofit/>
          </a:bodyPr>
          <a:lstStyle/>
          <a:p>
            <a:r>
              <a:rPr lang="en-US" dirty="0"/>
              <a:t>Sample Footer Text</a:t>
            </a:r>
          </a:p>
        </p:txBody>
      </p:sp>
      <p:sp>
        <p:nvSpPr>
          <p:cNvPr id="3" name="Date Placeholder 6">
            <a:extLst>
              <a:ext uri="{FF2B5EF4-FFF2-40B4-BE49-F238E27FC236}">
                <a16:creationId xmlns:a16="http://schemas.microsoft.com/office/drawing/2014/main" id="{7D3F37AD-0904-9EC0-EFEE-899B457A4536}"/>
              </a:ext>
            </a:extLst>
          </p:cNvPr>
          <p:cNvSpPr>
            <a:spLocks noGrp="1"/>
          </p:cNvSpPr>
          <p:nvPr>
            <p:ph type="dt" sz="half" idx="19"/>
          </p:nvPr>
        </p:nvSpPr>
        <p:spPr>
          <a:xfrm>
            <a:off x="8893929" y="6343955"/>
            <a:ext cx="2202644" cy="365125"/>
          </a:xfrm>
        </p:spPr>
        <p:txBody>
          <a:bodyPr>
            <a:noAutofit/>
          </a:bodyPr>
          <a:lstStyle/>
          <a:p>
            <a:fld id="{D8568ADA-B78D-4076-A9DF-6C8E04B71243}" type="datetime1">
              <a:rPr lang="en-US" smtClean="0"/>
              <a:t>7/19/2026</a:t>
            </a:fld>
            <a:endParaRPr lang="en-US"/>
          </a:p>
        </p:txBody>
      </p:sp>
      <p:sp>
        <p:nvSpPr>
          <p:cNvPr id="6" name="Slide Number Placeholder 8">
            <a:extLst>
              <a:ext uri="{FF2B5EF4-FFF2-40B4-BE49-F238E27FC236}">
                <a16:creationId xmlns:a16="http://schemas.microsoft.com/office/drawing/2014/main" id="{655EC9E8-1A84-6C33-ADB3-D40020F50907}"/>
              </a:ext>
            </a:extLst>
          </p:cNvPr>
          <p:cNvSpPr>
            <a:spLocks noGrp="1"/>
          </p:cNvSpPr>
          <p:nvPr>
            <p:ph type="sldNum" sz="quarter" idx="16"/>
          </p:nvPr>
        </p:nvSpPr>
        <p:spPr>
          <a:xfrm>
            <a:off x="11147096" y="6343955"/>
            <a:ext cx="429207" cy="365125"/>
          </a:xfr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425829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685800"/>
            <a:ext cx="4564763" cy="1426798"/>
          </a:xfrm>
        </p:spPr>
        <p:txBody>
          <a:bodyPr anchor="b">
            <a:noAutofit/>
          </a:bodyPr>
          <a:lstStyle>
            <a:lvl1pPr>
              <a:defRPr sz="5400"/>
            </a:lvl1pPr>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45580E71-5349-7975-EE00-1D48FBB45527}"/>
              </a:ext>
            </a:extLst>
          </p:cNvPr>
          <p:cNvSpPr>
            <a:spLocks noGrp="1"/>
          </p:cNvSpPr>
          <p:nvPr>
            <p:ph type="pic" sz="quarter" idx="15"/>
          </p:nvPr>
        </p:nvSpPr>
        <p:spPr>
          <a:xfrm>
            <a:off x="609599" y="2514600"/>
            <a:ext cx="4564763" cy="3636598"/>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90060" y="685800"/>
            <a:ext cx="5792341" cy="5465398"/>
          </a:xfrm>
        </p:spPr>
        <p:txBody>
          <a:bodyPr anchor="b">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E3ED234F-BBE0-48A3-AC31-D10A1F3BC187}"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0979622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5800"/>
            <a:ext cx="10963655" cy="891102"/>
          </a:xfrm>
        </p:spPr>
        <p:txBody>
          <a:bodyPr anchor="b">
            <a:noAutofit/>
          </a:bodyPr>
          <a:lstStyle>
            <a:lvl1pPr>
              <a:defRPr sz="54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EC4665C-5805-BDA9-0EA4-387D86C88ABA}"/>
              </a:ext>
            </a:extLst>
          </p:cNvPr>
          <p:cNvSpPr>
            <a:spLocks noGrp="1"/>
          </p:cNvSpPr>
          <p:nvPr>
            <p:ph type="pic" sz="quarter" idx="15"/>
          </p:nvPr>
        </p:nvSpPr>
        <p:spPr>
          <a:xfrm>
            <a:off x="612647" y="2057400"/>
            <a:ext cx="2740153" cy="4091502"/>
          </a:xfrm>
          <a:blipFill>
            <a:blip r:embed="rId2">
              <a:alphaModFix amt="60000"/>
            </a:blip>
            <a:stretch>
              <a:fillRect/>
            </a:stretch>
          </a:blipFill>
        </p:spPr>
        <p:txBody>
          <a:bodyPr/>
          <a:lstStyle/>
          <a:p>
            <a:r>
              <a:rPr lang="en-US"/>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810001" y="2057400"/>
            <a:ext cx="7766302" cy="4091502"/>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noAutofit/>
          </a:bodyPr>
          <a:lstStyle/>
          <a:p>
            <a:fld id="{AA0D3809-2B53-482D-AD1B-8B09C4B2656C}" type="datetime1">
              <a:rPr lang="en-US" smtClean="0"/>
              <a:t>7/19/2026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8501948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1DA757D-A9AE-985A-6EEE-C02E46D45DC9}"/>
              </a:ext>
            </a:extLst>
          </p:cNvPr>
          <p:cNvSpPr/>
          <p:nvPr/>
        </p:nvSpPr>
        <p:spPr>
          <a:xfrm>
            <a:off x="11250895" y="4343400"/>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4"/>
            </a:solidFill>
            <a:prstDash val="solid"/>
            <a:miter/>
          </a:ln>
        </p:spPr>
        <p:txBody>
          <a:bodyPr rtlCol="0" anchor="ctr"/>
          <a:lstStyle/>
          <a:p>
            <a:pPr algn="l" rtl="0"/>
            <a:endParaRPr lang="en-US"/>
          </a:p>
        </p:txBody>
      </p:sp>
      <p:sp>
        <p:nvSpPr>
          <p:cNvPr id="8" name="Freeform: Shape 7">
            <a:extLst>
              <a:ext uri="{FF2B5EF4-FFF2-40B4-BE49-F238E27FC236}">
                <a16:creationId xmlns:a16="http://schemas.microsoft.com/office/drawing/2014/main" id="{271E517F-7D77-FEA1-94A2-D8522A1BF181}"/>
              </a:ext>
            </a:extLst>
          </p:cNvPr>
          <p:cNvSpPr/>
          <p:nvPr/>
        </p:nvSpPr>
        <p:spPr>
          <a:xfrm>
            <a:off x="685800" y="4693895"/>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4"/>
            </a:solidFill>
            <a:prstDash val="solid"/>
            <a:miter/>
          </a:ln>
        </p:spPr>
        <p:txBody>
          <a:bodyPr rtlCol="0" anchor="ctr"/>
          <a:lstStyle/>
          <a:p>
            <a:pPr algn="l" rtl="0"/>
            <a:endParaRPr lang="en-US"/>
          </a:p>
        </p:txBody>
      </p:sp>
      <p:sp>
        <p:nvSpPr>
          <p:cNvPr id="11" name="Freeform: Shape 10">
            <a:extLst>
              <a:ext uri="{FF2B5EF4-FFF2-40B4-BE49-F238E27FC236}">
                <a16:creationId xmlns:a16="http://schemas.microsoft.com/office/drawing/2014/main" id="{562EAE4C-19D0-A0E4-1FDC-967BD2694E6F}"/>
              </a:ext>
            </a:extLst>
          </p:cNvPr>
          <p:cNvSpPr/>
          <p:nvPr/>
        </p:nvSpPr>
        <p:spPr>
          <a:xfrm>
            <a:off x="10998565" y="4425832"/>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4"/>
            </a:solidFill>
            <a:prstDash val="solid"/>
            <a:miter/>
          </a:ln>
        </p:spPr>
        <p:txBody>
          <a:bodyPr rtlCol="0" anchor="ctr"/>
          <a:lstStyle/>
          <a:p>
            <a:pPr algn="l" rtl="0"/>
            <a:endParaRPr lang="en-US"/>
          </a:p>
        </p:txBody>
      </p:sp>
      <p:sp>
        <p:nvSpPr>
          <p:cNvPr id="12" name="Freeform: Shape 11">
            <a:extLst>
              <a:ext uri="{FF2B5EF4-FFF2-40B4-BE49-F238E27FC236}">
                <a16:creationId xmlns:a16="http://schemas.microsoft.com/office/drawing/2014/main" id="{77E35C93-E0FF-6186-7502-985D78DA9B28}"/>
              </a:ext>
            </a:extLst>
          </p:cNvPr>
          <p:cNvSpPr/>
          <p:nvPr/>
        </p:nvSpPr>
        <p:spPr>
          <a:xfrm>
            <a:off x="10976145" y="4425837"/>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4"/>
            </a:solidFill>
            <a:prstDash val="solid"/>
            <a:miter/>
          </a:ln>
        </p:spPr>
        <p:txBody>
          <a:bodyPr rtlCol="0" anchor="ctr"/>
          <a:lstStyle/>
          <a:p>
            <a:pPr algn="l" rtl="0"/>
            <a:endParaRPr lang="en-US"/>
          </a:p>
        </p:txBody>
      </p:sp>
      <p:sp>
        <p:nvSpPr>
          <p:cNvPr id="15" name="Title 14">
            <a:extLst>
              <a:ext uri="{FF2B5EF4-FFF2-40B4-BE49-F238E27FC236}">
                <a16:creationId xmlns:a16="http://schemas.microsoft.com/office/drawing/2014/main" id="{D4E889F8-D8CB-1564-17A8-26A2F4258445}"/>
              </a:ext>
            </a:extLst>
          </p:cNvPr>
          <p:cNvSpPr>
            <a:spLocks noGrp="1"/>
          </p:cNvSpPr>
          <p:nvPr>
            <p:ph type="title"/>
          </p:nvPr>
        </p:nvSpPr>
        <p:spPr>
          <a:xfrm>
            <a:off x="612649" y="502546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3" name="Content Placeholder 12">
            <a:extLst>
              <a:ext uri="{FF2B5EF4-FFF2-40B4-BE49-F238E27FC236}">
                <a16:creationId xmlns:a16="http://schemas.microsoft.com/office/drawing/2014/main" id="{13B51AE5-91E2-069A-7DF2-EB394DA25E2D}"/>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lgn="l" rtl="0">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lgn="r" rtl="0">
              <a:defRPr>
                <a:solidFill>
                  <a:schemeClr val="tx1"/>
                </a:solidFill>
              </a:defRPr>
            </a:lvl1pPr>
          </a:lstStyle>
          <a:p>
            <a:fld id="{154F04C1-B149-48D4-90B8-E64820B32F59}"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lgn="r" rtl="0">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1120387"/>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8FE73F6F-B481-328B-CE64-8485DC66B8EA}"/>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57D968F-BFC6-694E-9A7C-A113E7DEBF65}"/>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77A14AD-A403-0816-9FED-F4E7BB405B17}"/>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C5DE6E3-5C5B-04A2-6D84-63D852F6062A}"/>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accent4"/>
            </a:solidFill>
            <a:prstDash val="solid"/>
            <a:miter/>
          </a:ln>
        </p:spPr>
        <p:txBody>
          <a:bodyPr rtlCol="0" anchor="ctr"/>
          <a:lstStyle/>
          <a:p>
            <a:endParaRPr lang="en-US"/>
          </a:p>
        </p:txBody>
      </p:sp>
      <p:sp>
        <p:nvSpPr>
          <p:cNvPr id="13" name="Title 12">
            <a:extLst>
              <a:ext uri="{FF2B5EF4-FFF2-40B4-BE49-F238E27FC236}">
                <a16:creationId xmlns:a16="http://schemas.microsoft.com/office/drawing/2014/main" id="{6D258FD5-5B6B-DBB1-0F00-D02C71197F95}"/>
              </a:ext>
            </a:extLst>
          </p:cNvPr>
          <p:cNvSpPr>
            <a:spLocks noGrp="1"/>
          </p:cNvSpPr>
          <p:nvPr>
            <p:ph type="title"/>
          </p:nvPr>
        </p:nvSpPr>
        <p:spPr>
          <a:xfrm>
            <a:off x="612648" y="4859867"/>
            <a:ext cx="9144000" cy="1097280"/>
          </a:xfrm>
        </p:spPr>
        <p:txBody>
          <a:bodyPr anchor="t">
            <a:normAutofit/>
          </a:bodyPr>
          <a:lstStyle>
            <a:lvl1pPr>
              <a:lnSpc>
                <a:spcPct val="110000"/>
              </a:lnSpc>
              <a:defRPr sz="1800" cap="none" baseline="0"/>
            </a:lvl1p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196BB08E-5668-89FF-C0AE-D8A83C783F77}"/>
              </a:ext>
            </a:extLst>
          </p:cNvPr>
          <p:cNvSpPr>
            <a:spLocks noGrp="1"/>
          </p:cNvSpPr>
          <p:nvPr>
            <p:ph sz="quarter" idx="15" hasCustomPrompt="1"/>
          </p:nvPr>
        </p:nvSpPr>
        <p:spPr>
          <a:xfrm>
            <a:off x="582484" y="1600199"/>
            <a:ext cx="9171115" cy="3259668"/>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lvl1pPr>
              <a:defRPr>
                <a:solidFill>
                  <a:schemeClr val="tx1"/>
                </a:solidFill>
              </a:defRPr>
            </a:lvl1pPr>
          </a:lstStyle>
          <a:p>
            <a:fld id="{81AED7B4-8DB4-40B0-90CF-49D3708442C0}"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4727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1">
            <a:lumMod val="50000"/>
          </a:schemeClr>
        </a:solidFill>
        <a:effectLst/>
      </p:bgPr>
    </p:bg>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132C402C-8B4C-3690-6875-FE157681B853}"/>
              </a:ext>
            </a:extLst>
          </p:cNvPr>
          <p:cNvSpPr>
            <a:spLocks noGrp="1"/>
          </p:cNvSpPr>
          <p:nvPr>
            <p:ph type="title"/>
          </p:nvPr>
        </p:nvSpPr>
        <p:spPr>
          <a:xfrm>
            <a:off x="612648" y="5257800"/>
            <a:ext cx="9144000" cy="868680"/>
          </a:xfrm>
        </p:spPr>
        <p:txBody>
          <a:bodyPr anchor="t">
            <a:normAutofit/>
          </a:bodyPr>
          <a:lstStyle>
            <a:lvl1pPr>
              <a:lnSpc>
                <a:spcPct val="110000"/>
              </a:lnSpc>
              <a:defRPr sz="1800" cap="none" baseline="0">
                <a:solidFill>
                  <a:schemeClr val="tx2"/>
                </a:solidFill>
              </a:defRPr>
            </a:lvl1pPr>
          </a:lstStyle>
          <a:p>
            <a:r>
              <a:rPr lang="en-US"/>
              <a:t>Click to edit Master title style</a:t>
            </a:r>
          </a:p>
        </p:txBody>
      </p:sp>
      <p:sp>
        <p:nvSpPr>
          <p:cNvPr id="14" name="Content Placeholder 12">
            <a:extLst>
              <a:ext uri="{FF2B5EF4-FFF2-40B4-BE49-F238E27FC236}">
                <a16:creationId xmlns:a16="http://schemas.microsoft.com/office/drawing/2014/main" id="{C80DC0CF-9044-3D55-7D8F-4CD97232E3E8}"/>
              </a:ext>
            </a:extLst>
          </p:cNvPr>
          <p:cNvSpPr>
            <a:spLocks noGrp="1"/>
          </p:cNvSpPr>
          <p:nvPr>
            <p:ph sz="quarter" idx="15" hasCustomPrompt="1"/>
          </p:nvPr>
        </p:nvSpPr>
        <p:spPr>
          <a:xfrm>
            <a:off x="582484" y="1143000"/>
            <a:ext cx="10115679" cy="3474720"/>
          </a:xfrm>
        </p:spPr>
        <p:txBody>
          <a:bodyPr anchor="ctr">
            <a:noAutofit/>
          </a:bodyPr>
          <a:lstStyle>
            <a:lvl1pPr>
              <a:lnSpc>
                <a:spcPct val="90000"/>
              </a:lnSpc>
              <a:defRPr sz="28000"/>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noAutofit/>
          </a:bodyPr>
          <a:lstStyle/>
          <a:p>
            <a:fld id="{F861E720-2EA4-4832-8DC2-DC3D2BDBB07C}" type="datetime1">
              <a:rPr lang="en-US" smtClean="0"/>
              <a:t>7/19/2026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
        <p:nvSpPr>
          <p:cNvPr id="6" name="Freeform: Shape 5">
            <a:extLst>
              <a:ext uri="{FF2B5EF4-FFF2-40B4-BE49-F238E27FC236}">
                <a16:creationId xmlns:a16="http://schemas.microsoft.com/office/drawing/2014/main" id="{1B480B90-B64C-0559-ACB2-7DBB57135C77}"/>
              </a:ext>
            </a:extLst>
          </p:cNvPr>
          <p:cNvSpPr/>
          <p:nvPr/>
        </p:nvSpPr>
        <p:spPr>
          <a:xfrm>
            <a:off x="11250895" y="4562062"/>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50" cap="flat">
            <a:solidFill>
              <a:schemeClr val="accent2"/>
            </a:solid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CD2E866D-D29F-1CC5-14B2-BB24F10745FE}"/>
              </a:ext>
            </a:extLst>
          </p:cNvPr>
          <p:cNvSpPr/>
          <p:nvPr/>
        </p:nvSpPr>
        <p:spPr>
          <a:xfrm>
            <a:off x="685800" y="4912557"/>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50" cap="flat">
            <a:solidFill>
              <a:schemeClr val="accent2"/>
            </a:solid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8FA0DC7F-E416-CA3E-E389-945D5FA32CC9}"/>
              </a:ext>
            </a:extLst>
          </p:cNvPr>
          <p:cNvSpPr/>
          <p:nvPr/>
        </p:nvSpPr>
        <p:spPr>
          <a:xfrm>
            <a:off x="10998565" y="4644494"/>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50"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2D9CC5C-2252-AB09-49B5-FD1BE0E74E30}"/>
              </a:ext>
            </a:extLst>
          </p:cNvPr>
          <p:cNvSpPr/>
          <p:nvPr/>
        </p:nvSpPr>
        <p:spPr>
          <a:xfrm>
            <a:off x="10976145" y="4644499"/>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50" cap="flat">
            <a:solidFill>
              <a:schemeClr val="accent2"/>
            </a:solidFill>
            <a:prstDash val="solid"/>
            <a:miter/>
          </a:ln>
        </p:spPr>
        <p:txBody>
          <a:bodyPr rtlCol="0" anchor="ctr"/>
          <a:lstStyle/>
          <a:p>
            <a:endParaRPr lang="en-US"/>
          </a:p>
        </p:txBody>
      </p:sp>
    </p:spTree>
    <p:extLst>
      <p:ext uri="{BB962C8B-B14F-4D97-AF65-F5344CB8AC3E}">
        <p14:creationId xmlns:p14="http://schemas.microsoft.com/office/powerpoint/2010/main" val="2108005121"/>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2"/>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22479" y="685800"/>
            <a:ext cx="9140953" cy="2699775"/>
          </a:xfrm>
        </p:spPr>
        <p:txBody>
          <a:bodyPr anchor="t">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3BF01E07-9F97-42AE-9FE9-3EAD856BDB2A}"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8" name="Freeform: Shape 7">
            <a:extLst>
              <a:ext uri="{FF2B5EF4-FFF2-40B4-BE49-F238E27FC236}">
                <a16:creationId xmlns:a16="http://schemas.microsoft.com/office/drawing/2014/main" id="{FE594965-EF4A-40C0-FED1-CF5564CED970}"/>
              </a:ext>
            </a:extLst>
          </p:cNvPr>
          <p:cNvSpPr/>
          <p:nvPr/>
        </p:nvSpPr>
        <p:spPr>
          <a:xfrm>
            <a:off x="11250895" y="4562061"/>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4"/>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69DE90F9-432C-AEEC-88D5-177A0E299391}"/>
              </a:ext>
            </a:extLst>
          </p:cNvPr>
          <p:cNvSpPr/>
          <p:nvPr/>
        </p:nvSpPr>
        <p:spPr>
          <a:xfrm>
            <a:off x="685800" y="4912556"/>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4"/>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78ECD3CD-C697-A46B-71F2-D64BD77C395C}"/>
              </a:ext>
            </a:extLst>
          </p:cNvPr>
          <p:cNvSpPr/>
          <p:nvPr/>
        </p:nvSpPr>
        <p:spPr>
          <a:xfrm>
            <a:off x="10998565" y="4644493"/>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4"/>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46793A7-6512-567E-DAFF-BB4A63B89DC3}"/>
              </a:ext>
            </a:extLst>
          </p:cNvPr>
          <p:cNvSpPr/>
          <p:nvPr/>
        </p:nvSpPr>
        <p:spPr>
          <a:xfrm>
            <a:off x="10976145" y="4644498"/>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4"/>
            </a:solidFill>
            <a:prstDash val="solid"/>
            <a:miter/>
          </a:ln>
        </p:spPr>
        <p:txBody>
          <a:bodyPr rtlCol="0" anchor="ctr"/>
          <a:lstStyle/>
          <a:p>
            <a:endParaRPr lang="en-US"/>
          </a:p>
        </p:txBody>
      </p:sp>
      <p:sp>
        <p:nvSpPr>
          <p:cNvPr id="6" name="Title 5">
            <a:extLst>
              <a:ext uri="{FF2B5EF4-FFF2-40B4-BE49-F238E27FC236}">
                <a16:creationId xmlns:a16="http://schemas.microsoft.com/office/drawing/2014/main" id="{A66A0D5A-6B2D-15B8-4FC0-30535DF01217}"/>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17991821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4"/>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D86F34B-87C2-AC58-5483-78C0E5DB477C}"/>
              </a:ext>
            </a:extLst>
          </p:cNvPr>
          <p:cNvSpPr/>
          <p:nvPr/>
        </p:nvSpPr>
        <p:spPr>
          <a:xfrm>
            <a:off x="11254003" y="729226"/>
            <a:ext cx="6296" cy="742941"/>
          </a:xfrm>
          <a:custGeom>
            <a:avLst/>
            <a:gdLst>
              <a:gd name="connsiteX0" fmla="*/ 0 w 6296"/>
              <a:gd name="connsiteY0" fmla="*/ 0 h 742941"/>
              <a:gd name="connsiteX1" fmla="*/ 0 w 6296"/>
              <a:gd name="connsiteY1" fmla="*/ 742942 h 742941"/>
            </a:gdLst>
            <a:ahLst/>
            <a:cxnLst>
              <a:cxn ang="0">
                <a:pos x="connsiteX0" y="connsiteY0"/>
              </a:cxn>
              <a:cxn ang="0">
                <a:pos x="connsiteX1" y="connsiteY1"/>
              </a:cxn>
            </a:cxnLst>
            <a:rect l="l" t="t" r="r" b="b"/>
            <a:pathLst>
              <a:path w="6296" h="742941">
                <a:moveTo>
                  <a:pt x="0" y="0"/>
                </a:moveTo>
                <a:lnTo>
                  <a:pt x="0" y="742942"/>
                </a:lnTo>
              </a:path>
            </a:pathLst>
          </a:custGeom>
          <a:ln w="31077" cap="flat">
            <a:solidFill>
              <a:schemeClr val="bg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B6B59A7-7C3C-7431-CC9A-51EFBA257959}"/>
              </a:ext>
            </a:extLst>
          </p:cNvPr>
          <p:cNvSpPr/>
          <p:nvPr/>
        </p:nvSpPr>
        <p:spPr>
          <a:xfrm>
            <a:off x="10866791" y="1080910"/>
            <a:ext cx="742942" cy="6296"/>
          </a:xfrm>
          <a:custGeom>
            <a:avLst/>
            <a:gdLst>
              <a:gd name="connsiteX0" fmla="*/ 742942 w 742942"/>
              <a:gd name="connsiteY0" fmla="*/ 0 h 6296"/>
              <a:gd name="connsiteX1" fmla="*/ 0 w 742942"/>
              <a:gd name="connsiteY1" fmla="*/ 0 h 6296"/>
            </a:gdLst>
            <a:ahLst/>
            <a:cxnLst>
              <a:cxn ang="0">
                <a:pos x="connsiteX0" y="connsiteY0"/>
              </a:cxn>
              <a:cxn ang="0">
                <a:pos x="connsiteX1" y="connsiteY1"/>
              </a:cxn>
            </a:cxnLst>
            <a:rect l="l" t="t" r="r" b="b"/>
            <a:pathLst>
              <a:path w="742942" h="6296">
                <a:moveTo>
                  <a:pt x="742942" y="0"/>
                </a:moveTo>
                <a:lnTo>
                  <a:pt x="0" y="0"/>
                </a:lnTo>
              </a:path>
            </a:pathLst>
          </a:custGeom>
          <a:ln w="31077" cap="flat">
            <a:solidFill>
              <a:schemeClr val="bg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2D0661-BB9A-E751-A4EB-2C95BF96A560}"/>
              </a:ext>
            </a:extLst>
          </p:cNvPr>
          <p:cNvSpPr/>
          <p:nvPr/>
        </p:nvSpPr>
        <p:spPr>
          <a:xfrm>
            <a:off x="11003886" y="811408"/>
            <a:ext cx="525338" cy="525339"/>
          </a:xfrm>
          <a:custGeom>
            <a:avLst/>
            <a:gdLst>
              <a:gd name="connsiteX0" fmla="*/ 525339 w 525338"/>
              <a:gd name="connsiteY0" fmla="*/ 0 h 525339"/>
              <a:gd name="connsiteX1" fmla="*/ 0 w 525338"/>
              <a:gd name="connsiteY1" fmla="*/ 525339 h 525339"/>
            </a:gdLst>
            <a:ahLst/>
            <a:cxnLst>
              <a:cxn ang="0">
                <a:pos x="connsiteX0" y="connsiteY0"/>
              </a:cxn>
              <a:cxn ang="0">
                <a:pos x="connsiteX1" y="connsiteY1"/>
              </a:cxn>
            </a:cxnLst>
            <a:rect l="l" t="t" r="r" b="b"/>
            <a:pathLst>
              <a:path w="525338" h="525339">
                <a:moveTo>
                  <a:pt x="525339" y="0"/>
                </a:moveTo>
                <a:lnTo>
                  <a:pt x="0" y="525339"/>
                </a:lnTo>
              </a:path>
            </a:pathLst>
          </a:custGeom>
          <a:ln w="31077" cap="flat">
            <a:solidFill>
              <a:schemeClr val="bg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F09A5AB9-86E5-2BD1-8EFC-49C204619282}"/>
              </a:ext>
            </a:extLst>
          </p:cNvPr>
          <p:cNvSpPr/>
          <p:nvPr/>
        </p:nvSpPr>
        <p:spPr>
          <a:xfrm>
            <a:off x="10981626" y="811414"/>
            <a:ext cx="525342" cy="525339"/>
          </a:xfrm>
          <a:custGeom>
            <a:avLst/>
            <a:gdLst>
              <a:gd name="connsiteX0" fmla="*/ 525343 w 525342"/>
              <a:gd name="connsiteY0" fmla="*/ 525339 h 525339"/>
              <a:gd name="connsiteX1" fmla="*/ 0 w 525342"/>
              <a:gd name="connsiteY1" fmla="*/ 0 h 525339"/>
            </a:gdLst>
            <a:ahLst/>
            <a:cxnLst>
              <a:cxn ang="0">
                <a:pos x="connsiteX0" y="connsiteY0"/>
              </a:cxn>
              <a:cxn ang="0">
                <a:pos x="connsiteX1" y="connsiteY1"/>
              </a:cxn>
            </a:cxnLst>
            <a:rect l="l" t="t" r="r" b="b"/>
            <a:pathLst>
              <a:path w="525342" h="525339">
                <a:moveTo>
                  <a:pt x="525343" y="525339"/>
                </a:moveTo>
                <a:lnTo>
                  <a:pt x="0" y="0"/>
                </a:lnTo>
              </a:path>
            </a:pathLst>
          </a:custGeom>
          <a:ln w="31077" cap="flat">
            <a:solidFill>
              <a:schemeClr val="bg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7" y="1600200"/>
            <a:ext cx="10055353" cy="3657601"/>
          </a:xfrm>
        </p:spPr>
        <p:txBody>
          <a:bodyPr anchor="b">
            <a:noAutofit/>
          </a:bodyPr>
          <a:lstStyle>
            <a:lvl1pPr marL="164592" indent="-164592">
              <a:lnSpc>
                <a:spcPct val="10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34B2334-B27F-4DA0-8A92-599603070D6B}"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5">
            <a:extLst>
              <a:ext uri="{FF2B5EF4-FFF2-40B4-BE49-F238E27FC236}">
                <a16:creationId xmlns:a16="http://schemas.microsoft.com/office/drawing/2014/main" id="{A4A8879E-F637-BA38-C325-517B59E125EE}"/>
              </a:ext>
            </a:extLst>
          </p:cNvPr>
          <p:cNvSpPr>
            <a:spLocks noGrp="1"/>
          </p:cNvSpPr>
          <p:nvPr>
            <p:ph type="title" hasCustomPrompt="1"/>
          </p:nvPr>
        </p:nvSpPr>
        <p:spPr>
          <a:xfrm>
            <a:off x="612648" y="5486398"/>
            <a:ext cx="10058400" cy="669473"/>
          </a:xfrm>
        </p:spPr>
        <p:txBody>
          <a:bodyPr anchor="ctr">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160219630"/>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1">
            <a:lumMod val="5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20ED10B2-4172-93C9-B408-242DDBA504A8}"/>
              </a:ext>
            </a:extLst>
          </p:cNvPr>
          <p:cNvSpPr/>
          <p:nvPr/>
        </p:nvSpPr>
        <p:spPr>
          <a:xfrm>
            <a:off x="11250895" y="5430148"/>
            <a:ext cx="6351" cy="745197"/>
          </a:xfrm>
          <a:custGeom>
            <a:avLst/>
            <a:gdLst>
              <a:gd name="connsiteX0" fmla="*/ 0 w 6351"/>
              <a:gd name="connsiteY0" fmla="*/ 0 h 745197"/>
              <a:gd name="connsiteX1" fmla="*/ 0 w 6351"/>
              <a:gd name="connsiteY1" fmla="*/ 745198 h 745197"/>
            </a:gdLst>
            <a:ahLst/>
            <a:cxnLst>
              <a:cxn ang="0">
                <a:pos x="connsiteX0" y="connsiteY0"/>
              </a:cxn>
              <a:cxn ang="0">
                <a:pos x="connsiteX1" y="connsiteY1"/>
              </a:cxn>
            </a:cxnLst>
            <a:rect l="l" t="t" r="r" b="b"/>
            <a:pathLst>
              <a:path w="6351" h="745197">
                <a:moveTo>
                  <a:pt x="0" y="0"/>
                </a:moveTo>
                <a:lnTo>
                  <a:pt x="0" y="745198"/>
                </a:lnTo>
              </a:path>
            </a:pathLst>
          </a:custGeom>
          <a:ln w="31732" cap="flat">
            <a:solidFill>
              <a:schemeClr val="accent2"/>
            </a:solid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4CF4AA95-C597-81F0-35EA-96B5BA7A12BB}"/>
              </a:ext>
            </a:extLst>
          </p:cNvPr>
          <p:cNvSpPr/>
          <p:nvPr/>
        </p:nvSpPr>
        <p:spPr>
          <a:xfrm>
            <a:off x="685800" y="5780643"/>
            <a:ext cx="10923933" cy="0"/>
          </a:xfrm>
          <a:custGeom>
            <a:avLst/>
            <a:gdLst>
              <a:gd name="connsiteX0" fmla="*/ 10923934 w 10923933"/>
              <a:gd name="connsiteY0" fmla="*/ 0 h 0"/>
              <a:gd name="connsiteX1" fmla="*/ 0 w 10923933"/>
              <a:gd name="connsiteY1" fmla="*/ 1 h 0"/>
            </a:gdLst>
            <a:ahLst/>
            <a:cxnLst>
              <a:cxn ang="0">
                <a:pos x="connsiteX0" y="connsiteY0"/>
              </a:cxn>
              <a:cxn ang="0">
                <a:pos x="connsiteX1" y="connsiteY1"/>
              </a:cxn>
            </a:cxnLst>
            <a:rect l="l" t="t" r="r" b="b"/>
            <a:pathLst>
              <a:path w="10923933">
                <a:moveTo>
                  <a:pt x="10923934" y="0"/>
                </a:moveTo>
                <a:lnTo>
                  <a:pt x="0" y="1"/>
                </a:lnTo>
              </a:path>
            </a:pathLst>
          </a:custGeom>
          <a:ln w="31732" cap="flat">
            <a:solidFill>
              <a:schemeClr val="accent2"/>
            </a:solid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DA37871-D86F-9BA6-1D96-9B3392C2F247}"/>
              </a:ext>
            </a:extLst>
          </p:cNvPr>
          <p:cNvSpPr/>
          <p:nvPr/>
        </p:nvSpPr>
        <p:spPr>
          <a:xfrm>
            <a:off x="10998565" y="5512580"/>
            <a:ext cx="529937" cy="526934"/>
          </a:xfrm>
          <a:custGeom>
            <a:avLst/>
            <a:gdLst>
              <a:gd name="connsiteX0" fmla="*/ 529938 w 529937"/>
              <a:gd name="connsiteY0" fmla="*/ 0 h 526934"/>
              <a:gd name="connsiteX1" fmla="*/ 0 w 529937"/>
              <a:gd name="connsiteY1" fmla="*/ 526935 h 526934"/>
            </a:gdLst>
            <a:ahLst/>
            <a:cxnLst>
              <a:cxn ang="0">
                <a:pos x="connsiteX0" y="connsiteY0"/>
              </a:cxn>
              <a:cxn ang="0">
                <a:pos x="connsiteX1" y="connsiteY1"/>
              </a:cxn>
            </a:cxnLst>
            <a:rect l="l" t="t" r="r" b="b"/>
            <a:pathLst>
              <a:path w="529937" h="526934">
                <a:moveTo>
                  <a:pt x="529938" y="0"/>
                </a:moveTo>
                <a:lnTo>
                  <a:pt x="0" y="526935"/>
                </a:lnTo>
              </a:path>
            </a:pathLst>
          </a:custGeom>
          <a:ln w="31732" cap="flat">
            <a:solidFill>
              <a:schemeClr val="accent2"/>
            </a:solid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DB203EFA-FE43-9B63-5768-4A3FD1509639}"/>
              </a:ext>
            </a:extLst>
          </p:cNvPr>
          <p:cNvSpPr/>
          <p:nvPr/>
        </p:nvSpPr>
        <p:spPr>
          <a:xfrm>
            <a:off x="10976145" y="5512585"/>
            <a:ext cx="529937" cy="526934"/>
          </a:xfrm>
          <a:custGeom>
            <a:avLst/>
            <a:gdLst>
              <a:gd name="connsiteX0" fmla="*/ 529938 w 529937"/>
              <a:gd name="connsiteY0" fmla="*/ 526935 h 526934"/>
              <a:gd name="connsiteX1" fmla="*/ 0 w 529937"/>
              <a:gd name="connsiteY1" fmla="*/ 0 h 526934"/>
            </a:gdLst>
            <a:ahLst/>
            <a:cxnLst>
              <a:cxn ang="0">
                <a:pos x="connsiteX0" y="connsiteY0"/>
              </a:cxn>
              <a:cxn ang="0">
                <a:pos x="connsiteX1" y="connsiteY1"/>
              </a:cxn>
            </a:cxnLst>
            <a:rect l="l" t="t" r="r" b="b"/>
            <a:pathLst>
              <a:path w="529937" h="526934">
                <a:moveTo>
                  <a:pt x="529938" y="526935"/>
                </a:moveTo>
                <a:lnTo>
                  <a:pt x="0" y="0"/>
                </a:lnTo>
              </a:path>
            </a:pathLst>
          </a:custGeom>
          <a:ln w="31732" cap="flat">
            <a:solidFill>
              <a:schemeClr val="accent2"/>
            </a:solidFill>
            <a:prstDash val="solid"/>
            <a:miter/>
          </a:ln>
        </p:spPr>
        <p:txBody>
          <a:bodyPr rtlCol="0" anchor="ctr"/>
          <a:lstStyle/>
          <a:p>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12648" y="868680"/>
            <a:ext cx="9140952" cy="3660746"/>
          </a:xfrm>
        </p:spPr>
        <p:txBody>
          <a:bodyPr anchor="ctr">
            <a:noAutofit/>
          </a:bodyPr>
          <a:lstStyle>
            <a:lvl1pPr marL="164592" indent="-164592">
              <a:lnSpc>
                <a:spcPct val="110000"/>
              </a:lnSpc>
              <a:spcBef>
                <a:spcPts val="0"/>
              </a:spcBef>
              <a:buNone/>
              <a:defRPr sz="5400" b="0" i="0" cap="all" baseline="0">
                <a:solidFill>
                  <a:schemeClr val="bg2"/>
                </a:solidFill>
                <a:latin typeface="+mj-lt"/>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noAutofit/>
          </a:bodyPr>
          <a:lstStyle>
            <a:lvl1pPr>
              <a:defRPr>
                <a:solidFill>
                  <a:schemeClr val="bg1"/>
                </a:solidFill>
              </a:defRPr>
            </a:lvl1pPr>
          </a:lstStyle>
          <a:p>
            <a:r>
              <a:rPr lang="en-US"/>
              <a:t>Sample Footer Text</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noAutofit/>
          </a:bodyPr>
          <a:lstStyle>
            <a:lvl1pPr>
              <a:defRPr>
                <a:solidFill>
                  <a:schemeClr val="bg1"/>
                </a:solidFill>
              </a:defRPr>
            </a:lvl1pPr>
          </a:lstStyle>
          <a:p>
            <a:fld id="{D9B8D85F-DE7D-4C09-9BDD-03377313F809}" type="datetime1">
              <a:rPr lang="en-US" smtClean="0"/>
              <a:t>7/19/2026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noAutofit/>
          </a:bodyPr>
          <a:lstStyle>
            <a:lvl1pPr>
              <a:defRPr>
                <a:solidFill>
                  <a:schemeClr val="bg1"/>
                </a:solidFill>
              </a:defRPr>
            </a:lvl1pPr>
          </a:lstStyle>
          <a:p>
            <a:fld id="{AEAA3239-9EA4-4A65-A281-97F994456D9F}" type="slidenum">
              <a:rPr lang="en-US" smtClean="0"/>
              <a:pPr/>
              <a:t>‹#›</a:t>
            </a:fld>
            <a:endParaRPr lang="en-US"/>
          </a:p>
        </p:txBody>
      </p:sp>
      <p:sp>
        <p:nvSpPr>
          <p:cNvPr id="13" name="Title 12">
            <a:extLst>
              <a:ext uri="{FF2B5EF4-FFF2-40B4-BE49-F238E27FC236}">
                <a16:creationId xmlns:a16="http://schemas.microsoft.com/office/drawing/2014/main" id="{F259B8E5-883A-B6CE-4C6C-F6F48B038CDE}"/>
              </a:ext>
            </a:extLst>
          </p:cNvPr>
          <p:cNvSpPr>
            <a:spLocks noGrp="1"/>
          </p:cNvSpPr>
          <p:nvPr>
            <p:ph type="title" hasCustomPrompt="1"/>
          </p:nvPr>
        </p:nvSpPr>
        <p:spPr>
          <a:xfrm>
            <a:off x="612648" y="4617720"/>
            <a:ext cx="9140951" cy="788609"/>
          </a:xfrm>
        </p:spPr>
        <p:txBody>
          <a:bodyPr anchor="t">
            <a:normAutofit/>
          </a:bodyPr>
          <a:lstStyle>
            <a:lvl1pPr>
              <a:lnSpc>
                <a:spcPct val="120000"/>
              </a:lnSpc>
              <a:defRPr sz="1800" cap="none" baseline="0">
                <a:solidFill>
                  <a:schemeClr val="bg2"/>
                </a:solidFill>
              </a:defRPr>
            </a:lvl1pPr>
          </a:lstStyle>
          <a:p>
            <a:r>
              <a:rPr lang="en-US" dirty="0"/>
              <a:t>Quote Author</a:t>
            </a:r>
          </a:p>
        </p:txBody>
      </p:sp>
    </p:spTree>
    <p:extLst>
      <p:ext uri="{BB962C8B-B14F-4D97-AF65-F5344CB8AC3E}">
        <p14:creationId xmlns:p14="http://schemas.microsoft.com/office/powerpoint/2010/main" val="22918804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A77448-F1DA-CAC1-9B05-8F5CE65586ED}"/>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40080" y="1878566"/>
            <a:ext cx="5074920"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97572" y="1878566"/>
            <a:ext cx="5075556" cy="559834"/>
          </a:xfrm>
        </p:spPr>
        <p:txBody>
          <a:bodyPr anchor="b">
            <a:no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514600"/>
            <a:ext cx="5075238"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97572" y="2514600"/>
            <a:ext cx="5075556" cy="3659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noAutofit/>
          </a:bodyPr>
          <a:lstStyle/>
          <a:p>
            <a:r>
              <a:rPr lang="en-US"/>
              <a:t>Sample Footer Text</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noAutofit/>
          </a:bodyPr>
          <a:lstStyle/>
          <a:p>
            <a:fld id="{CD150565-788C-402B-B078-3F96B9A231B8}" type="datetime1">
              <a:rPr lang="en-US" smtClean="0"/>
              <a:t>7/19/2026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2853536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F5184-1DAA-DFF4-A408-3D5DD1517148}"/>
              </a:ext>
            </a:extLst>
          </p:cNvPr>
          <p:cNvSpPr>
            <a:spLocks noGrp="1"/>
          </p:cNvSpPr>
          <p:nvPr>
            <p:ph type="title"/>
          </p:nvPr>
        </p:nvSpPr>
        <p:spPr>
          <a:xfrm>
            <a:off x="612647" y="685800"/>
            <a:ext cx="10963655" cy="1133170"/>
          </a:xfrm>
        </p:spPr>
        <p:txBody>
          <a:bodyPr anchor="b">
            <a:noAutofit/>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noAutofit/>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noAutofit/>
          </a:bodyPr>
          <a:lstStyle/>
          <a:p>
            <a:fld id="{D7B20C69-CB4E-44F7-A408-67C55627795C}" type="datetime1">
              <a:rPr lang="en-US" smtClean="0"/>
              <a:t>7/19/2026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48815250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A9EA653-B766-E096-036C-1C173E2991BD}"/>
              </a:ext>
            </a:extLst>
          </p:cNvPr>
          <p:cNvSpPr>
            <a:spLocks noGrp="1"/>
          </p:cNvSpPr>
          <p:nvPr>
            <p:ph type="title"/>
          </p:nvPr>
        </p:nvSpPr>
        <p:spPr>
          <a:xfrm>
            <a:off x="612647" y="685800"/>
            <a:ext cx="3654553" cy="3643916"/>
          </a:xfrm>
        </p:spPr>
        <p:txBody>
          <a:bodyPr anchor="t">
            <a:noAutofit/>
          </a:bodyPr>
          <a:lstStyle>
            <a:lvl1pPr>
              <a:defRPr sz="3600"/>
            </a:lvl1pPr>
          </a:lstStyle>
          <a:p>
            <a:r>
              <a:rPr lang="en-US"/>
              <a:t>Click to edit Master title style</a:t>
            </a:r>
            <a:endParaRPr lang="en-US" dirty="0"/>
          </a:p>
        </p:txBody>
      </p:sp>
      <p:sp>
        <p:nvSpPr>
          <p:cNvPr id="9" name="Text Placeholder 3">
            <a:extLst>
              <a:ext uri="{FF2B5EF4-FFF2-40B4-BE49-F238E27FC236}">
                <a16:creationId xmlns:a16="http://schemas.microsoft.com/office/drawing/2014/main" id="{31845593-CC30-27D6-3F82-E2BA784C49F2}"/>
              </a:ext>
            </a:extLst>
          </p:cNvPr>
          <p:cNvSpPr>
            <a:spLocks noGrp="1"/>
          </p:cNvSpPr>
          <p:nvPr>
            <p:ph type="body" sz="half" idx="2"/>
          </p:nvPr>
        </p:nvSpPr>
        <p:spPr>
          <a:xfrm>
            <a:off x="612647" y="4526280"/>
            <a:ext cx="3654553" cy="1621111"/>
          </a:xfrm>
        </p:spPr>
        <p:txBody>
          <a:bodyPr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76801" y="685800"/>
            <a:ext cx="6699502" cy="5486400"/>
          </a:xfrm>
        </p:spPr>
        <p:txBody>
          <a:bodyPr vert="horz" lIns="91440" tIns="45720" rIns="91440" bIns="45720" rtlCol="0">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noAutofit/>
          </a:bodyPr>
          <a:lstStyle/>
          <a:p>
            <a:fld id="{572A1522-8F1E-408E-ABA2-6F5B206582B8}" type="datetime1">
              <a:rPr lang="en-US" smtClean="0"/>
              <a:t>7/19/2026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736543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7" y="685800"/>
            <a:ext cx="3654553" cy="3643916"/>
          </a:xfrm>
        </p:spPr>
        <p:txBody>
          <a:bodyPr anchor="t">
            <a:noAutofit/>
          </a:bodyPr>
          <a:lstStyle>
            <a:lvl1pPr>
              <a:defRPr sz="5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7" y="4526280"/>
            <a:ext cx="3654553" cy="1621111"/>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872039" y="685800"/>
            <a:ext cx="6699502" cy="5442639"/>
          </a:xfrm>
          <a:blipFill>
            <a:blip r:embed="rId2">
              <a:alphaModFix amt="6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noAutofit/>
          </a:bodyPr>
          <a:lstStyle/>
          <a:p>
            <a:r>
              <a:rPr lang="en-US"/>
              <a:t>Sample Footer Text</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noAutofit/>
          </a:bodyPr>
          <a:lstStyle/>
          <a:p>
            <a:fld id="{3E19A776-5AE6-4251-8560-C6066D0B46D6}" type="datetime1">
              <a:rPr lang="en-US" smtClean="0"/>
              <a:t>7/19/2026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53188313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29814657-813A-4D7B-A2F8-E573BA1645D3}" type="datetime1">
              <a:rPr lang="en-US" smtClean="0"/>
              <a:t>7/19/2026</a:t>
            </a:fld>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Sample Footer Text</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84950710"/>
      </p:ext>
    </p:extLst>
  </p:cSld>
  <p:clrMap bg1="dk1" tx1="lt1" bg2="dk2" tx2="lt2" accent1="accent1" accent2="accent2" accent3="accent3" accent4="accent4" accent5="accent5" accent6="accent6" hlink="hlink" folHlink="folHlink"/>
  <p:sldLayoutIdLst>
    <p:sldLayoutId id="2147484171" r:id="rId1"/>
    <p:sldLayoutId id="2147484172" r:id="rId2"/>
    <p:sldLayoutId id="2147484173" r:id="rId3"/>
    <p:sldLayoutId id="2147484174" r:id="rId4"/>
    <p:sldLayoutId id="2147484175" r:id="rId5"/>
    <p:sldLayoutId id="2147484176" r:id="rId6"/>
    <p:sldLayoutId id="2147484177" r:id="rId7"/>
    <p:sldLayoutId id="2147484178" r:id="rId8"/>
    <p:sldLayoutId id="2147484179" r:id="rId9"/>
    <p:sldLayoutId id="2147484180" r:id="rId10"/>
    <p:sldLayoutId id="2147484181" r:id="rId11"/>
    <p:sldLayoutId id="2147484182" r:id="rId12"/>
    <p:sldLayoutId id="2147484183" r:id="rId13"/>
    <p:sldLayoutId id="2147484184" r:id="rId14"/>
    <p:sldLayoutId id="2147484185" r:id="rId15"/>
    <p:sldLayoutId id="2147484186" r:id="rId16"/>
    <p:sldLayoutId id="2147484187" r:id="rId17"/>
    <p:sldLayoutId id="2147484188" r:id="rId18"/>
    <p:sldLayoutId id="2147484189" r:id="rId19"/>
    <p:sldLayoutId id="2147484114" r:id="rId20"/>
    <p:sldLayoutId id="2147484116" r:id="rId21"/>
    <p:sldLayoutId id="2147484117" r:id="rId22"/>
    <p:sldLayoutId id="2147484118" r:id="rId23"/>
    <p:sldLayoutId id="2147484120" r:id="rId24"/>
    <p:sldLayoutId id="2147484121" r:id="rId25"/>
    <p:sldLayoutId id="2147484124" r:id="rId26"/>
    <p:sldLayoutId id="2147484125" r:id="rId27"/>
    <p:sldLayoutId id="2147484126" r:id="rId28"/>
    <p:sldLayoutId id="2147484129" r:id="rId29"/>
    <p:sldLayoutId id="2147484132" r:id="rId30"/>
    <p:sldLayoutId id="2147484133" r:id="rId31"/>
    <p:sldLayoutId id="2147484135" r:id="rId32"/>
    <p:sldLayoutId id="2147484136" r:id="rId33"/>
    <p:sldLayoutId id="2147484138" r:id="rId34"/>
    <p:sldLayoutId id="2147484139" r:id="rId35"/>
    <p:sldLayoutId id="2147484140" r:id="rId36"/>
    <p:sldLayoutId id="2147484141" r:id="rId37"/>
    <p:sldLayoutId id="2147484142" r:id="rId38"/>
    <p:sldLayoutId id="2147484143" r:id="rId39"/>
    <p:sldLayoutId id="2147484144" r:id="rId40"/>
    <p:sldLayoutId id="2147484145" r:id="rId41"/>
    <p:sldLayoutId id="2147484146" r:id="rId42"/>
    <p:sldLayoutId id="2147484147" r:id="rId43"/>
    <p:sldLayoutId id="2147484148" r:id="rId44"/>
    <p:sldLayoutId id="2147484149" r:id="rId45"/>
    <p:sldLayoutId id="2147484150" r:id="rId46"/>
    <p:sldLayoutId id="2147484152" r:id="rId47"/>
    <p:sldLayoutId id="2147484158" r:id="rId48"/>
    <p:sldLayoutId id="2147484159" r:id="rId49"/>
    <p:sldLayoutId id="2147484160" r:id="rId50"/>
    <p:sldLayoutId id="2147484162" r:id="rId51"/>
    <p:sldLayoutId id="2147484163" r:id="rId52"/>
    <p:sldLayoutId id="2147484165" r:id="rId53"/>
    <p:sldLayoutId id="2147484166" r:id="rId54"/>
  </p:sldLayoutIdLst>
  <p:hf sldNum="0" hdr="0" ftr="0" dt="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octopus.com/devops/culture/" TargetMode="External"/><Relationship Id="rId2" Type="http://schemas.openxmlformats.org/officeDocument/2006/relationships/hyperlink" Target="https://www.atlassian.com/devops/what-is-devops/devops-culture" TargetMode="Externa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hyperlink" Target="https://itsvit.com/blog/devops-culture-huge-step-mankind/" TargetMode="Externa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25000"/>
            <a:lumOff val="75000"/>
          </a:schemeClr>
        </a:solidFill>
        <a:effectLst/>
      </p:bgPr>
    </p:bg>
    <p:spTree>
      <p:nvGrpSpPr>
        <p:cNvPr id="1" name="">
          <a:extLst>
            <a:ext uri="{FF2B5EF4-FFF2-40B4-BE49-F238E27FC236}">
              <a16:creationId xmlns:a16="http://schemas.microsoft.com/office/drawing/2014/main" id="{3EEFF4B6-3F85-6E67-ED81-21244368299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A0CBC46-76F5-CB3F-9BF0-DE7BBD3C6643}"/>
              </a:ext>
            </a:extLst>
          </p:cNvPr>
          <p:cNvSpPr>
            <a:spLocks noGrp="1"/>
          </p:cNvSpPr>
          <p:nvPr>
            <p:ph type="ctrTitle"/>
          </p:nvPr>
        </p:nvSpPr>
        <p:spPr/>
        <p:txBody>
          <a:bodyPr>
            <a:noAutofit/>
          </a:bodyPr>
          <a:lstStyle/>
          <a:p>
            <a:pPr algn="ctr"/>
            <a:r>
              <a:rPr lang="en-US" sz="8000" dirty="0">
                <a:latin typeface="Times New Roman" panose="02020603050405020304" pitchFamily="18" charset="0"/>
                <a:cs typeface="Times New Roman" panose="02020603050405020304" pitchFamily="18" charset="0"/>
              </a:rPr>
              <a:t>Just Culture in DevOps</a:t>
            </a:r>
          </a:p>
        </p:txBody>
      </p:sp>
      <p:sp>
        <p:nvSpPr>
          <p:cNvPr id="4" name="Subtitle 3">
            <a:extLst>
              <a:ext uri="{FF2B5EF4-FFF2-40B4-BE49-F238E27FC236}">
                <a16:creationId xmlns:a16="http://schemas.microsoft.com/office/drawing/2014/main" id="{5CA5C5AD-7278-E875-15B7-835123AC22E5}"/>
              </a:ext>
            </a:extLst>
          </p:cNvPr>
          <p:cNvSpPr>
            <a:spLocks noGrp="1"/>
          </p:cNvSpPr>
          <p:nvPr>
            <p:ph type="subTitle" idx="1"/>
          </p:nvPr>
        </p:nvSpPr>
        <p:spPr>
          <a:xfrm>
            <a:off x="612646" y="4953000"/>
            <a:ext cx="9144001" cy="1752600"/>
          </a:xfrm>
        </p:spPr>
        <p:txBody>
          <a:bodyPr>
            <a:noAutofit/>
          </a:bodyPr>
          <a:lstStyle/>
          <a:p>
            <a:pPr algn="ctr"/>
            <a:r>
              <a:rPr lang="en-US" sz="3200" dirty="0">
                <a:latin typeface="Times New Roman" panose="02020603050405020304" pitchFamily="18" charset="0"/>
                <a:cs typeface="Times New Roman" panose="02020603050405020304" pitchFamily="18" charset="0"/>
              </a:rPr>
              <a:t>By Colton Stone</a:t>
            </a:r>
          </a:p>
          <a:p>
            <a:pPr algn="ctr"/>
            <a:r>
              <a:rPr lang="en-US" sz="3200" dirty="0">
                <a:latin typeface="Times New Roman" panose="02020603050405020304" pitchFamily="18" charset="0"/>
                <a:cs typeface="Times New Roman" panose="02020603050405020304" pitchFamily="18" charset="0"/>
              </a:rPr>
              <a:t>Assignment 8.2</a:t>
            </a:r>
          </a:p>
          <a:p>
            <a:pPr algn="ctr"/>
            <a:r>
              <a:rPr lang="en-US" sz="3200" dirty="0">
                <a:latin typeface="Times New Roman" panose="02020603050405020304" pitchFamily="18" charset="0"/>
                <a:cs typeface="Times New Roman" panose="02020603050405020304" pitchFamily="18" charset="0"/>
              </a:rPr>
              <a:t>July 19, 2026</a:t>
            </a:r>
          </a:p>
          <a:p>
            <a:pPr algn="ct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452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1C58F-16FE-0163-60BE-47A1D3043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51EA0D-05B8-8AD9-9CD0-E9FEC8647C6F}"/>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What is Just Culture?</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8E2D74-C629-22AE-D6EF-07F4087DA00E}"/>
              </a:ext>
            </a:extLst>
          </p:cNvPr>
          <p:cNvSpPr>
            <a:spLocks noGrp="1"/>
          </p:cNvSpPr>
          <p:nvPr>
            <p:ph sz="quarter" idx="13"/>
          </p:nvPr>
        </p:nvSpPr>
        <p:spPr>
          <a:xfrm>
            <a:off x="609600" y="2895600"/>
            <a:ext cx="10972800" cy="4191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In DevOps ‘Just Culture’ refers to an ideology where there is mutual accountability among team members for the development of the products that they create within their workspace. The main purpose behind this idea is to promote synergy among team members to help one another create a healthy work environment and produce the best possible service for their customers </a:t>
            </a:r>
          </a:p>
          <a:p>
            <a:r>
              <a:rPr lang="en-US" sz="2000" dirty="0">
                <a:latin typeface="Times New Roman" panose="02020603050405020304" pitchFamily="18" charset="0"/>
                <a:cs typeface="Times New Roman" panose="02020603050405020304" pitchFamily="18" charset="0"/>
              </a:rPr>
              <a:t>(Hall, n.d.).</a:t>
            </a:r>
          </a:p>
          <a:p>
            <a:pPr>
              <a:lnSpc>
                <a:spcPct val="2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193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09C1-418A-4F1A-EE17-BEEEA011B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FF2A2-FFC7-424E-16A2-5FBC562F12D6}"/>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The Benefits of this Practice</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C2ABEC1-4B4E-364E-28DF-4B0F5DF98C50}"/>
              </a:ext>
            </a:extLst>
          </p:cNvPr>
          <p:cNvSpPr>
            <a:spLocks noGrp="1"/>
          </p:cNvSpPr>
          <p:nvPr>
            <p:ph sz="quarter" idx="13"/>
          </p:nvPr>
        </p:nvSpPr>
        <p:spPr>
          <a:xfrm>
            <a:off x="609600" y="2895600"/>
            <a:ext cx="10972800" cy="4191000"/>
          </a:xfrm>
        </p:spPr>
        <p:txBody>
          <a:bodyPr/>
          <a:lstStyle/>
          <a:p>
            <a:pPr>
              <a:lnSpc>
                <a:spcPct val="200000"/>
              </a:lnSpc>
            </a:pPr>
            <a:r>
              <a:rPr lang="en-US" sz="2000" dirty="0">
                <a:latin typeface="Times New Roman" panose="02020603050405020304" pitchFamily="18" charset="0"/>
                <a:cs typeface="Times New Roman" panose="02020603050405020304" pitchFamily="18" charset="0"/>
              </a:rPr>
              <a:t>Under this mindset both a team’s developers and operators are taught that their development is a learning process where the issues that they encounter during the building of a project will be documented for future learning purposes, and thus helps employees to feel more confident that their mistakes will not be used against them, but instead, will be used as a lesson to educate both themselves and future workers on how to avoid future pitfalls in software development</a:t>
            </a:r>
          </a:p>
          <a:p>
            <a:r>
              <a:rPr lang="en-US" sz="2000" dirty="0">
                <a:solidFill>
                  <a:schemeClr val="tx1"/>
                </a:solidFill>
                <a:latin typeface="Times New Roman" panose="02020603050405020304" pitchFamily="18" charset="0"/>
                <a:cs typeface="Times New Roman" panose="02020603050405020304" pitchFamily="18" charset="0"/>
              </a:rPr>
              <a:t>(Hall, n.d.).</a:t>
            </a: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2160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BC992-C7B0-ACC2-CEFA-8113F0FA3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2B879C-4BF1-0266-DED2-1A7DC1A57C43}"/>
              </a:ext>
            </a:extLst>
          </p:cNvPr>
          <p:cNvSpPr>
            <a:spLocks noGrp="1"/>
          </p:cNvSpPr>
          <p:nvPr>
            <p:ph type="title"/>
          </p:nvPr>
        </p:nvSpPr>
        <p:spPr>
          <a:xfrm>
            <a:off x="609600" y="76200"/>
            <a:ext cx="10972800" cy="1371600"/>
          </a:xfrm>
        </p:spPr>
        <p:txBody>
          <a:bodyPr/>
          <a:lstStyle/>
          <a:p>
            <a:pPr algn="ctr"/>
            <a:r>
              <a:rPr lang="en-US" sz="4000" b="1" dirty="0">
                <a:latin typeface="Times New Roman" panose="02020603050405020304" pitchFamily="18" charset="0"/>
                <a:cs typeface="Times New Roman" panose="02020603050405020304" pitchFamily="18" charset="0"/>
              </a:rPr>
              <a:t>The Benefits of this Practice (Cont.)</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4E9EC1-683B-4715-54CC-D7474A871558}"/>
              </a:ext>
            </a:extLst>
          </p:cNvPr>
          <p:cNvSpPr>
            <a:spLocks noGrp="1"/>
          </p:cNvSpPr>
          <p:nvPr>
            <p:ph sz="quarter" idx="13"/>
          </p:nvPr>
        </p:nvSpPr>
        <p:spPr>
          <a:xfrm>
            <a:off x="609600" y="2209800"/>
            <a:ext cx="10972800" cy="4876800"/>
          </a:xfrm>
        </p:spPr>
        <p:txBody>
          <a:bodyPr/>
          <a:lstStyle/>
          <a:p>
            <a:pPr algn="ctr">
              <a:lnSpc>
                <a:spcPct val="200000"/>
              </a:lnSpc>
            </a:pPr>
            <a:r>
              <a:rPr lang="en-US" sz="2000" b="1" dirty="0">
                <a:latin typeface="Times New Roman" panose="02020603050405020304" pitchFamily="18" charset="0"/>
                <a:cs typeface="Times New Roman" panose="02020603050405020304" pitchFamily="18" charset="0"/>
              </a:rPr>
              <a:t>Some the advantages gained from this practice include:</a:t>
            </a:r>
          </a:p>
          <a:p>
            <a:pPr marL="342900" indent="-34290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Higher satisfaction rates among both customers and company employees</a:t>
            </a:r>
          </a:p>
          <a:p>
            <a:pPr marL="342900" indent="-34290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Better company performance levels and faster regular software releases or updates</a:t>
            </a:r>
          </a:p>
          <a:p>
            <a:pPr marL="342900" indent="-342900">
              <a:lnSpc>
                <a:spcPct val="2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more robust correspondence </a:t>
            </a:r>
            <a:r>
              <a:rPr lang="en-US" sz="2000">
                <a:latin typeface="Times New Roman" panose="02020603050405020304" pitchFamily="18" charset="0"/>
                <a:cs typeface="Times New Roman" panose="02020603050405020304" pitchFamily="18" charset="0"/>
              </a:rPr>
              <a:t>system where </a:t>
            </a:r>
            <a:r>
              <a:rPr lang="en-US" sz="2000" dirty="0">
                <a:latin typeface="Times New Roman" panose="02020603050405020304" pitchFamily="18" charset="0"/>
                <a:cs typeface="Times New Roman" panose="02020603050405020304" pitchFamily="18" charset="0"/>
              </a:rPr>
              <a:t>everyone can receive faster feedback when needed and communicate more efficiently thus reducing potential issues caused by misunderstandings</a:t>
            </a:r>
          </a:p>
          <a:p>
            <a:endParaRPr lang="en-US" sz="200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(Hall, n.d.; Fenton, 2025).</a:t>
            </a: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751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9054F-863F-FC21-5C54-DB1785CE5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4BC7F7-63BA-0965-A92C-7C887C4B49B5}"/>
              </a:ext>
            </a:extLst>
          </p:cNvPr>
          <p:cNvSpPr>
            <a:spLocks noGrp="1"/>
          </p:cNvSpPr>
          <p:nvPr>
            <p:ph type="title"/>
          </p:nvPr>
        </p:nvSpPr>
        <p:spPr>
          <a:xfrm>
            <a:off x="609600" y="76200"/>
            <a:ext cx="10972800" cy="1371600"/>
          </a:xfrm>
        </p:spPr>
        <p:txBody>
          <a:bodyPr/>
          <a:lstStyle/>
          <a:p>
            <a:r>
              <a:rPr lang="en-US" sz="4000" b="1" dirty="0">
                <a:latin typeface="Times New Roman" panose="02020603050405020304" pitchFamily="18" charset="0"/>
                <a:cs typeface="Times New Roman" panose="02020603050405020304" pitchFamily="18" charset="0"/>
              </a:rPr>
              <a:t>Statistical Information</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78FA35-7885-C3FD-9E3D-7F798120C622}"/>
              </a:ext>
            </a:extLst>
          </p:cNvPr>
          <p:cNvSpPr>
            <a:spLocks noGrp="1"/>
          </p:cNvSpPr>
          <p:nvPr>
            <p:ph sz="quarter" idx="13"/>
          </p:nvPr>
        </p:nvSpPr>
        <p:spPr>
          <a:xfrm>
            <a:off x="609600" y="1981200"/>
            <a:ext cx="10972800" cy="4191000"/>
          </a:xfrm>
        </p:spPr>
        <p:txBody>
          <a:bodyPr/>
          <a:lstStyle/>
          <a:p>
            <a:pPr algn="ctr">
              <a:lnSpc>
                <a:spcPct val="200000"/>
              </a:lnSpc>
            </a:pPr>
            <a:r>
              <a:rPr lang="en-US" sz="2000" b="1" dirty="0">
                <a:effectLst/>
                <a:latin typeface="Times New Roman" panose="02020603050405020304" pitchFamily="18" charset="0"/>
                <a:cs typeface="Times New Roman" panose="02020603050405020304" pitchFamily="18" charset="0"/>
              </a:rPr>
              <a:t>According to Tom Hall, an associate and writer on ‘Atlassian.com’ statistics show that:</a:t>
            </a:r>
          </a:p>
          <a:p>
            <a:pPr marL="342900" indent="-342900">
              <a:lnSpc>
                <a:spcPct val="200000"/>
              </a:lnSpc>
              <a:buFont typeface="Wingdings" panose="05000000000000000000" pitchFamily="2" charset="2"/>
              <a:buChar char="§"/>
            </a:pPr>
            <a:r>
              <a:rPr lang="en-US" sz="2000" dirty="0">
                <a:effectLst/>
                <a:latin typeface="Times New Roman" panose="02020603050405020304" pitchFamily="18" charset="0"/>
                <a:cs typeface="Times New Roman" panose="02020603050405020304" pitchFamily="18" charset="0"/>
              </a:rPr>
              <a:t>Sixty-one percent (61%) of organizations who make use of DevOps have reported that they distribute higher quality products</a:t>
            </a:r>
          </a:p>
          <a:p>
            <a:pPr marL="342900" indent="-342900">
              <a:lnSpc>
                <a:spcPct val="200000"/>
              </a:lnSpc>
              <a:buFont typeface="Wingdings" panose="05000000000000000000" pitchFamily="2" charset="2"/>
              <a:buChar char="§"/>
            </a:pPr>
            <a:r>
              <a:rPr lang="en-US" sz="2000" dirty="0">
                <a:effectLst/>
                <a:latin typeface="Times New Roman" panose="02020603050405020304" pitchFamily="18" charset="0"/>
                <a:cs typeface="Times New Roman" panose="02020603050405020304" pitchFamily="18" charset="0"/>
              </a:rPr>
              <a:t> Forty-nine percent (49%) release their products faster than they did with their previous format</a:t>
            </a:r>
          </a:p>
          <a:p>
            <a:pPr marL="342900" indent="-342900">
              <a:lnSpc>
                <a:spcPct val="200000"/>
              </a:lnSpc>
              <a:buFont typeface="Wingdings" panose="05000000000000000000" pitchFamily="2" charset="2"/>
              <a:buChar char="§"/>
            </a:pPr>
            <a:r>
              <a:rPr lang="en-US" sz="2000" dirty="0">
                <a:effectLst/>
                <a:latin typeface="Times New Roman" panose="02020603050405020304" pitchFamily="18" charset="0"/>
                <a:cs typeface="Times New Roman" panose="02020603050405020304" pitchFamily="18" charset="0"/>
              </a:rPr>
              <a:t>Seventy-eight percent (78%) who have intergraded the tools into their workflow have reported to have improved their skills forty-eight percent (48%) earned a pay raise </a:t>
            </a:r>
          </a:p>
          <a:p>
            <a:pPr>
              <a:lnSpc>
                <a:spcPct val="200000"/>
              </a:lnSpc>
            </a:pPr>
            <a:r>
              <a:rPr lang="en-US" sz="2000" dirty="0">
                <a:solidFill>
                  <a:schemeClr val="tx1"/>
                </a:solidFill>
                <a:latin typeface="Times New Roman" panose="02020603050405020304" pitchFamily="18" charset="0"/>
                <a:cs typeface="Times New Roman" panose="02020603050405020304" pitchFamily="18" charset="0"/>
              </a:rPr>
              <a:t>(Hall, n.d.).</a:t>
            </a:r>
          </a:p>
          <a:p>
            <a:pPr>
              <a:lnSpc>
                <a:spcPct val="200000"/>
              </a:lnSpc>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1582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80000"/>
                <a:lumMod val="80000"/>
              </a:schemeClr>
              <a:schemeClr val="bg2">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26702-0BEE-089B-6796-D7280CDFAFC6}"/>
              </a:ext>
            </a:extLst>
          </p:cNvPr>
          <p:cNvSpPr>
            <a:spLocks noGrp="1"/>
          </p:cNvSpPr>
          <p:nvPr>
            <p:ph type="title"/>
          </p:nvPr>
        </p:nvSpPr>
        <p:spPr>
          <a:xfrm>
            <a:off x="861789" y="-1365949"/>
            <a:ext cx="3382832" cy="3499549"/>
          </a:xfrm>
        </p:spPr>
        <p:txBody>
          <a:bodyPr vert="horz" lIns="91440" tIns="45720" rIns="91440" bIns="45720" rtlCol="0" anchor="b">
            <a:normAutofit/>
          </a:bodyPr>
          <a:lstStyle/>
          <a:p>
            <a:pPr algn="l"/>
            <a:r>
              <a:rPr lang="en-US" b="1" dirty="0">
                <a:latin typeface="Times New Roman" panose="02020603050405020304" pitchFamily="18" charset="0"/>
                <a:cs typeface="Times New Roman" panose="02020603050405020304" pitchFamily="18" charset="0"/>
              </a:rPr>
              <a:t>The Principles of DevOps Culture</a:t>
            </a:r>
          </a:p>
        </p:txBody>
      </p:sp>
      <p:sp>
        <p:nvSpPr>
          <p:cNvPr id="9" name="Content Placeholder 8">
            <a:extLst>
              <a:ext uri="{FF2B5EF4-FFF2-40B4-BE49-F238E27FC236}">
                <a16:creationId xmlns:a16="http://schemas.microsoft.com/office/drawing/2014/main" id="{670D2208-C476-B089-8F4B-8FCD8D8A8A91}"/>
              </a:ext>
            </a:extLst>
          </p:cNvPr>
          <p:cNvSpPr>
            <a:spLocks noGrp="1"/>
          </p:cNvSpPr>
          <p:nvPr>
            <p:ph idx="1"/>
          </p:nvPr>
        </p:nvSpPr>
        <p:spPr>
          <a:xfrm>
            <a:off x="861790" y="2151888"/>
            <a:ext cx="3382831" cy="1989667"/>
          </a:xfrm>
        </p:spPr>
        <p:txBody>
          <a:bodyPr vert="horz" lIns="91440" tIns="45720" rIns="91440" bIns="45720" rtlCol="0" anchor="t">
            <a:noAutofit/>
          </a:bodyPr>
          <a:lstStyle/>
          <a:p>
            <a:pPr marL="0" indent="0">
              <a:lnSpc>
                <a:spcPct val="200000"/>
              </a:lnSpc>
              <a:buNone/>
            </a:pPr>
            <a:r>
              <a:rPr lang="en-US" sz="1800" dirty="0">
                <a:solidFill>
                  <a:schemeClr val="tx1"/>
                </a:solidFill>
                <a:latin typeface="Times New Roman" panose="02020603050405020304" pitchFamily="18" charset="0"/>
                <a:cs typeface="Times New Roman" panose="02020603050405020304" pitchFamily="18" charset="0"/>
              </a:rPr>
              <a:t>As you see in this image these are the ideals which are meant to make of the culture behind this idea, where a team has an open and judgement free learning environment for its employees</a:t>
            </a:r>
          </a:p>
          <a:p>
            <a:pPr marL="0" indent="0">
              <a:lnSpc>
                <a:spcPct val="200000"/>
              </a:lnSpc>
              <a:buNone/>
            </a:pPr>
            <a:r>
              <a:rPr lang="en-US" sz="1800" dirty="0">
                <a:solidFill>
                  <a:schemeClr val="tx1"/>
                </a:solidFill>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(Fedak, 2023).</a:t>
            </a:r>
            <a:endParaRPr lang="en-US" sz="1800" dirty="0">
              <a:solidFill>
                <a:schemeClr val="tx1"/>
              </a:solidFill>
              <a:latin typeface="Times New Roman" panose="02020603050405020304" pitchFamily="18" charset="0"/>
              <a:cs typeface="Times New Roman" panose="02020603050405020304" pitchFamily="18" charset="0"/>
            </a:endParaRPr>
          </a:p>
          <a:p>
            <a:pPr marL="0" indent="0">
              <a:lnSpc>
                <a:spcPct val="200000"/>
              </a:lnSpc>
              <a:buNone/>
            </a:pP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08187575-5CB4-477B-AA47-020C6D2A78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4552950" y="1"/>
            <a:ext cx="7639050" cy="6858000"/>
          </a:xfrm>
          <a:prstGeom prst="rect">
            <a:avLst/>
          </a:prstGeom>
        </p:spPr>
      </p:pic>
      <p:pic>
        <p:nvPicPr>
          <p:cNvPr id="19" name="Picture 18">
            <a:extLst>
              <a:ext uri="{FF2B5EF4-FFF2-40B4-BE49-F238E27FC236}">
                <a16:creationId xmlns:a16="http://schemas.microsoft.com/office/drawing/2014/main" id="{EE585F70-7C5D-424E-A182-39507AF48A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964" r="2807" b="1446"/>
          <a:stretch/>
        </p:blipFill>
        <p:spPr>
          <a:xfrm>
            <a:off x="7501468" y="1"/>
            <a:ext cx="4690532" cy="6858000"/>
          </a:xfrm>
          <a:prstGeom prst="rect">
            <a:avLst/>
          </a:prstGeom>
        </p:spPr>
      </p:pic>
      <p:pic>
        <p:nvPicPr>
          <p:cNvPr id="5" name="Content Placeholder 4">
            <a:extLst>
              <a:ext uri="{FF2B5EF4-FFF2-40B4-BE49-F238E27FC236}">
                <a16:creationId xmlns:a16="http://schemas.microsoft.com/office/drawing/2014/main" id="{5F341DDC-B3EA-D8A7-30F8-BB2023D11E40}"/>
              </a:ext>
            </a:extLst>
          </p:cNvPr>
          <p:cNvPicPr>
            <a:picLocks noChangeAspect="1"/>
          </p:cNvPicPr>
          <p:nvPr/>
        </p:nvPicPr>
        <p:blipFill>
          <a:blip r:embed="rId4">
            <a:extLst>
              <a:ext uri="{28A0092B-C50C-407E-A947-70E740481C1C}">
                <a14:useLocalDpi xmlns:a14="http://schemas.microsoft.com/office/drawing/2010/main" val="0"/>
              </a:ext>
            </a:extLst>
          </a:blip>
          <a:srcRect t="5198" r="-1" b="3819"/>
          <a:stretch>
            <a:fillRect/>
          </a:stretch>
        </p:blipFill>
        <p:spPr>
          <a:xfrm>
            <a:off x="4654297" y="10"/>
            <a:ext cx="7537704" cy="6857990"/>
          </a:xfrm>
          <a:prstGeom prst="rect">
            <a:avLst/>
          </a:prstGeom>
        </p:spPr>
      </p:pic>
    </p:spTree>
    <p:extLst>
      <p:ext uri="{BB962C8B-B14F-4D97-AF65-F5344CB8AC3E}">
        <p14:creationId xmlns:p14="http://schemas.microsoft.com/office/powerpoint/2010/main" val="993834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423E-2F7F-DD98-91D9-7E45261C5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B2DFA-C42D-7D63-5846-9549FA47A17E}"/>
              </a:ext>
            </a:extLst>
          </p:cNvPr>
          <p:cNvSpPr>
            <a:spLocks noGrp="1"/>
          </p:cNvSpPr>
          <p:nvPr>
            <p:ph type="title"/>
          </p:nvPr>
        </p:nvSpPr>
        <p:spPr>
          <a:xfrm>
            <a:off x="609600" y="76200"/>
            <a:ext cx="10972800" cy="1371600"/>
          </a:xfrm>
        </p:spPr>
        <p:txBody>
          <a:bodyPr/>
          <a:lstStyle/>
          <a:p>
            <a:r>
              <a:rPr lang="en-US" sz="4000" b="1" dirty="0">
                <a:latin typeface="Times New Roman" panose="02020603050405020304" pitchFamily="18" charset="0"/>
                <a:cs typeface="Times New Roman" panose="02020603050405020304" pitchFamily="18" charset="0"/>
              </a:rPr>
              <a:t>The Difficulties of this Practice</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476FBF-FB71-51C3-50A5-A04FE93FADAB}"/>
              </a:ext>
            </a:extLst>
          </p:cNvPr>
          <p:cNvSpPr>
            <a:spLocks noGrp="1"/>
          </p:cNvSpPr>
          <p:nvPr>
            <p:ph sz="quarter" idx="13"/>
          </p:nvPr>
        </p:nvSpPr>
        <p:spPr>
          <a:xfrm>
            <a:off x="609600" y="2971800"/>
            <a:ext cx="10972800" cy="4191000"/>
          </a:xfrm>
        </p:spPr>
        <p:txBody>
          <a:bodyPr/>
          <a:lstStyle/>
          <a:p>
            <a:pPr>
              <a:lnSpc>
                <a:spcPct val="200000"/>
              </a:lnSpc>
            </a:pPr>
            <a:r>
              <a:rPr lang="en-US" dirty="0">
                <a:latin typeface="Times New Roman" panose="02020603050405020304" pitchFamily="18" charset="0"/>
                <a:cs typeface="Times New Roman" panose="02020603050405020304" pitchFamily="18" charset="0"/>
              </a:rPr>
              <a:t>However, it must be understood that implementing this practice can be a challenging task especially in such cases when it involves changing the already established culture in a work environment. This also applies to adding DevOps tools to a system as well since while such tools will likely be more advanced than the ones that the team are already using, a sudden change can be difficult for some people to adapt to especially if they have been using the now replaced software for years prior</a:t>
            </a:r>
          </a:p>
          <a:p>
            <a:pPr>
              <a:lnSpc>
                <a:spcPct val="200000"/>
              </a:lnSpc>
            </a:pPr>
            <a:r>
              <a:rPr lang="en-US" dirty="0">
                <a:latin typeface="Times New Roman" panose="02020603050405020304" pitchFamily="18" charset="0"/>
                <a:cs typeface="Times New Roman" panose="02020603050405020304" pitchFamily="18" charset="0"/>
              </a:rPr>
              <a:t>However, as </a:t>
            </a:r>
            <a:r>
              <a:rPr lang="en-US" dirty="0">
                <a:effectLst/>
                <a:latin typeface="Times New Roman" panose="02020603050405020304" pitchFamily="18" charset="0"/>
                <a:cs typeface="Times New Roman" panose="02020603050405020304" pitchFamily="18" charset="0"/>
              </a:rPr>
              <a:t>Vladimir Fedak, the CEO of ‘IT Svit.com’ empathizes in his article, the DevOps approach is now only considered the most optimal way for software companies, but it has now gradually shifted to become the necessary method for companies to be able to compete with their rivals in today’s market</a:t>
            </a:r>
            <a:endParaRPr lang="en-US" dirty="0">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(Hall, </a:t>
            </a:r>
            <a:r>
              <a:rPr lang="en-US" dirty="0" err="1">
                <a:solidFill>
                  <a:schemeClr val="tx1"/>
                </a:solidFill>
                <a:latin typeface="Times New Roman" panose="02020603050405020304" pitchFamily="18" charset="0"/>
                <a:cs typeface="Times New Roman" panose="02020603050405020304" pitchFamily="18" charset="0"/>
              </a:rPr>
              <a:t>n.d</a:t>
            </a:r>
            <a:r>
              <a:rPr lang="en-US" dirty="0">
                <a:solidFill>
                  <a:schemeClr val="tx1"/>
                </a:solidFill>
                <a:latin typeface="Times New Roman" panose="02020603050405020304" pitchFamily="18" charset="0"/>
                <a:cs typeface="Times New Roman" panose="02020603050405020304" pitchFamily="18" charset="0"/>
              </a:rPr>
              <a:t>; Fedak, 2023).</a:t>
            </a:r>
          </a:p>
          <a:p>
            <a:pPr>
              <a:lnSpc>
                <a:spcPct val="200000"/>
              </a:lnSpc>
            </a:pP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73775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E76D1-F847-24B7-D217-27ED502F5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F6D3F-9688-CEBC-4053-5F4A16C023DF}"/>
              </a:ext>
            </a:extLst>
          </p:cNvPr>
          <p:cNvSpPr>
            <a:spLocks noGrp="1"/>
          </p:cNvSpPr>
          <p:nvPr>
            <p:ph type="title"/>
          </p:nvPr>
        </p:nvSpPr>
        <p:spPr>
          <a:xfrm>
            <a:off x="609600" y="76200"/>
            <a:ext cx="10972800" cy="1371600"/>
          </a:xfrm>
        </p:spPr>
        <p:txBody>
          <a:bodyPr/>
          <a:lstStyle/>
          <a:p>
            <a:pPr algn="ctr"/>
            <a:r>
              <a:rPr lang="en-US" sz="4000" dirty="0">
                <a:latin typeface="Times New Roman" panose="02020603050405020304" pitchFamily="18" charset="0"/>
                <a:cs typeface="Times New Roman" panose="02020603050405020304" pitchFamily="18" charset="0"/>
              </a:rPr>
              <a:t>Citations</a:t>
            </a:r>
          </a:p>
        </p:txBody>
      </p:sp>
      <p:sp>
        <p:nvSpPr>
          <p:cNvPr id="3" name="Content Placeholder 2">
            <a:extLst>
              <a:ext uri="{FF2B5EF4-FFF2-40B4-BE49-F238E27FC236}">
                <a16:creationId xmlns:a16="http://schemas.microsoft.com/office/drawing/2014/main" id="{45E39FE7-E084-CB2F-4C11-7E67DD83F224}"/>
              </a:ext>
            </a:extLst>
          </p:cNvPr>
          <p:cNvSpPr>
            <a:spLocks noGrp="1"/>
          </p:cNvSpPr>
          <p:nvPr>
            <p:ph sz="quarter" idx="13"/>
          </p:nvPr>
        </p:nvSpPr>
        <p:spPr>
          <a:xfrm>
            <a:off x="304800" y="1600200"/>
            <a:ext cx="10972800" cy="3962400"/>
          </a:xfrm>
        </p:spPr>
        <p:txBody>
          <a:bodyPr/>
          <a:lstStyle/>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Hall, T. (n.d.).</a:t>
            </a:r>
          </a:p>
          <a:p>
            <a:pPr>
              <a:lnSpc>
                <a:spcPct val="150000"/>
              </a:lnSpc>
            </a:pPr>
            <a:r>
              <a:rPr lang="en-US" sz="2000" b="1" i="1" dirty="0">
                <a:latin typeface="Times New Roman" panose="02020603050405020304" pitchFamily="18" charset="0"/>
                <a:cs typeface="Times New Roman" panose="02020603050405020304" pitchFamily="18" charset="0"/>
              </a:rPr>
              <a:t>What is DevOps Culture?</a:t>
            </a:r>
          </a:p>
          <a:p>
            <a:pPr>
              <a:lnSpc>
                <a:spcPct val="150000"/>
              </a:lnSpc>
            </a:pPr>
            <a:r>
              <a:rPr lang="en-US" sz="2000" dirty="0">
                <a:latin typeface="Times New Roman" panose="02020603050405020304" pitchFamily="18" charset="0"/>
                <a:cs typeface="Times New Roman" panose="02020603050405020304" pitchFamily="18" charset="0"/>
                <a:hlinkClick r:id="rId2"/>
              </a:rPr>
              <a:t>https://www.atlassian.com/devops/what-is-devops/devops-culture</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Fenton, S. (2025, September 1).</a:t>
            </a:r>
          </a:p>
          <a:p>
            <a:pPr>
              <a:lnSpc>
                <a:spcPct val="150000"/>
              </a:lnSpc>
            </a:pPr>
            <a:r>
              <a:rPr lang="en-US" sz="2000" b="1" i="1" dirty="0">
                <a:latin typeface="Times New Roman" panose="02020603050405020304" pitchFamily="18" charset="0"/>
                <a:cs typeface="Times New Roman" panose="02020603050405020304" pitchFamily="18" charset="0"/>
              </a:rPr>
              <a:t>4 pillars of DevOps Culture and its macro and micro benefits</a:t>
            </a:r>
          </a:p>
          <a:p>
            <a:pPr>
              <a:lnSpc>
                <a:spcPct val="150000"/>
              </a:lnSpc>
            </a:pPr>
            <a:r>
              <a:rPr lang="en-US" sz="2000" dirty="0">
                <a:latin typeface="Times New Roman" panose="02020603050405020304" pitchFamily="18" charset="0"/>
                <a:cs typeface="Times New Roman" panose="02020603050405020304" pitchFamily="18" charset="0"/>
                <a:hlinkClick r:id="rId3"/>
              </a:rPr>
              <a:t>https://octopus.com/devops/culture/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738066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5D387-C08E-E639-C899-FE747F49A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C631E-10B3-92C9-5C1E-BD9468A834D4}"/>
              </a:ext>
            </a:extLst>
          </p:cNvPr>
          <p:cNvSpPr>
            <a:spLocks noGrp="1"/>
          </p:cNvSpPr>
          <p:nvPr>
            <p:ph type="title"/>
          </p:nvPr>
        </p:nvSpPr>
        <p:spPr>
          <a:xfrm>
            <a:off x="609600" y="76200"/>
            <a:ext cx="10972800" cy="1371600"/>
          </a:xfrm>
        </p:spPr>
        <p:txBody>
          <a:bodyPr/>
          <a:lstStyle/>
          <a:p>
            <a:pPr algn="ctr"/>
            <a:r>
              <a:rPr lang="en-US" sz="4000" dirty="0">
                <a:latin typeface="Times New Roman" panose="02020603050405020304" pitchFamily="18" charset="0"/>
                <a:cs typeface="Times New Roman" panose="02020603050405020304" pitchFamily="18" charset="0"/>
              </a:rPr>
              <a:t>Citations (Cont.)</a:t>
            </a:r>
          </a:p>
        </p:txBody>
      </p:sp>
      <p:sp>
        <p:nvSpPr>
          <p:cNvPr id="3" name="Content Placeholder 2">
            <a:extLst>
              <a:ext uri="{FF2B5EF4-FFF2-40B4-BE49-F238E27FC236}">
                <a16:creationId xmlns:a16="http://schemas.microsoft.com/office/drawing/2014/main" id="{43F2EC03-2F9E-C62C-7991-3EB8977D5273}"/>
              </a:ext>
            </a:extLst>
          </p:cNvPr>
          <p:cNvSpPr>
            <a:spLocks noGrp="1"/>
          </p:cNvSpPr>
          <p:nvPr>
            <p:ph sz="quarter" idx="13"/>
          </p:nvPr>
        </p:nvSpPr>
        <p:spPr>
          <a:xfrm>
            <a:off x="304800" y="1600200"/>
            <a:ext cx="10972800" cy="3962400"/>
          </a:xfrm>
        </p:spPr>
        <p:txBody>
          <a:bodyPr/>
          <a:lstStyle/>
          <a:p>
            <a:pPr>
              <a:lnSpc>
                <a:spcPct val="150000"/>
              </a:lnSpc>
            </a:pPr>
            <a:endParaRPr lang="en-US" sz="2000" b="1" i="1" dirty="0">
              <a:effectLst/>
              <a:latin typeface="Times New Roman" panose="02020603050405020304" pitchFamily="18" charset="0"/>
              <a:cs typeface="Times New Roman" panose="02020603050405020304" pitchFamily="18" charset="0"/>
            </a:endParaRPr>
          </a:p>
          <a:p>
            <a:pPr>
              <a:lnSpc>
                <a:spcPct val="150000"/>
              </a:lnSpc>
            </a:pPr>
            <a:endParaRPr lang="en-US" sz="2000" b="1" i="1" dirty="0">
              <a:effectLst/>
              <a:latin typeface="Times New Roman" panose="02020603050405020304" pitchFamily="18" charset="0"/>
              <a:cs typeface="Times New Roman" panose="02020603050405020304" pitchFamily="18" charset="0"/>
            </a:endParaRPr>
          </a:p>
          <a:p>
            <a:pPr>
              <a:lnSpc>
                <a:spcPct val="150000"/>
              </a:lnSpc>
            </a:pPr>
            <a:endParaRPr lang="en-US" sz="2000" b="1" i="1" dirty="0">
              <a:effectLst/>
              <a:latin typeface="Times New Roman" panose="02020603050405020304" pitchFamily="18" charset="0"/>
              <a:cs typeface="Times New Roman" panose="02020603050405020304" pitchFamily="18" charset="0"/>
            </a:endParaRPr>
          </a:p>
          <a:p>
            <a:pPr>
              <a:lnSpc>
                <a:spcPct val="150000"/>
              </a:lnSpc>
            </a:pPr>
            <a:r>
              <a:rPr lang="en-US" sz="2000" b="1" i="1" dirty="0">
                <a:effectLst/>
                <a:latin typeface="Times New Roman" panose="02020603050405020304" pitchFamily="18" charset="0"/>
                <a:cs typeface="Times New Roman" panose="02020603050405020304" pitchFamily="18" charset="0"/>
              </a:rPr>
              <a:t>Fedak, V. (2023, April 18).</a:t>
            </a:r>
          </a:p>
          <a:p>
            <a:pPr>
              <a:lnSpc>
                <a:spcPct val="150000"/>
              </a:lnSpc>
            </a:pPr>
            <a:r>
              <a:rPr lang="en-US" sz="2000" b="1" i="1" dirty="0">
                <a:effectLst/>
                <a:latin typeface="Times New Roman" panose="02020603050405020304" pitchFamily="18" charset="0"/>
                <a:cs typeface="Times New Roman" panose="02020603050405020304" pitchFamily="18" charset="0"/>
              </a:rPr>
              <a:t>DevOps Culture in 2023: A Huge Step for Mankind</a:t>
            </a:r>
            <a:br>
              <a:rPr lang="en-US" sz="2000" dirty="0"/>
            </a:br>
            <a:r>
              <a:rPr lang="en-US" sz="2000" dirty="0">
                <a:latin typeface="Times New Roman" panose="02020603050405020304" pitchFamily="18" charset="0"/>
                <a:cs typeface="Times New Roman" panose="02020603050405020304" pitchFamily="18" charset="0"/>
                <a:hlinkClick r:id="rId2"/>
              </a:rPr>
              <a:t>https://itsvit.com/blog/devops-culture-huge-step-mankind/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Kim, Gene, et al. </a:t>
            </a:r>
            <a:r>
              <a:rPr lang="en-US" sz="2000" i="1" dirty="0">
                <a:latin typeface="Times New Roman" panose="02020603050405020304" pitchFamily="18" charset="0"/>
                <a:cs typeface="Times New Roman" panose="02020603050405020304" pitchFamily="18" charset="0"/>
              </a:rPr>
              <a:t>The DevOps Handbook, 2nd edition</a:t>
            </a:r>
            <a:r>
              <a:rPr lang="en-US" sz="2000" dirty="0">
                <a:latin typeface="Times New Roman" panose="02020603050405020304" pitchFamily="18" charset="0"/>
                <a:cs typeface="Times New Roman" panose="02020603050405020304" pitchFamily="18" charset="0"/>
              </a:rPr>
              <a:t>. IT Revolution, 2021.</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5194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2" ma:contentTypeDescription="Create a new document." ma:contentTypeScope="" ma:versionID="0635a23c60cc3de58ab4c1efc88efc6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b2ec4e1d644ed04c8d3fd0ef60d056a4"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element ref="ns2:HasDigitalSignature" minOccurs="0"/>
                <xsd:element ref="ns2: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element name="HasDigitalSignature" ma:index="34" nillable="true" ma:displayName="Signed electronically" ma:internalName="HasDigitalSignature" ma:readOnly="true">
      <xsd:simpleType>
        <xsd:restriction base="dms:Boolean"/>
      </xsd:simpleType>
    </xsd:element>
    <xsd:element name="DigitalSignatureProvider" ma:index="35"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3B381C-6232-408C-B65A-8475398E4C3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EA42C18-4C38-43BB-8CE3-C963EDA9CBB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DE0AE46-2EED-447A-8B24-DFD65B70D448}">
  <ds:schemaRefs>
    <ds:schemaRef ds:uri="http://schemas.microsoft.com/sharepoint/v3/contenttype/forms"/>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TM04033929[[fn=Slate]]</Template>
  <TotalTime>1076</TotalTime>
  <Words>675</Words>
  <Application>Microsoft Office PowerPoint</Application>
  <PresentationFormat>Widescreen</PresentationFormat>
  <Paragraphs>54</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Calisto MT</vt:lpstr>
      <vt:lpstr>Times New Roman</vt:lpstr>
      <vt:lpstr>Wingdings</vt:lpstr>
      <vt:lpstr>Wingdings 2</vt:lpstr>
      <vt:lpstr>Slate</vt:lpstr>
      <vt:lpstr>Just Culture in DevOps</vt:lpstr>
      <vt:lpstr>What is Just Culture?</vt:lpstr>
      <vt:lpstr>The Benefits of this Practice</vt:lpstr>
      <vt:lpstr>The Benefits of this Practice (Cont.)</vt:lpstr>
      <vt:lpstr>Statistical Information</vt:lpstr>
      <vt:lpstr>The Principles of DevOps Culture</vt:lpstr>
      <vt:lpstr>The Difficulties of this Practice</vt:lpstr>
      <vt:lpstr>Citations</vt:lpstr>
      <vt:lpstr>Citations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Colton</dc:creator>
  <cp:lastModifiedBy>Colton</cp:lastModifiedBy>
  <cp:revision>39</cp:revision>
  <dcterms:created xsi:type="dcterms:W3CDTF">2026-07-12T16:33:23Z</dcterms:created>
  <dcterms:modified xsi:type="dcterms:W3CDTF">2026-07-20T00:16:28Z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